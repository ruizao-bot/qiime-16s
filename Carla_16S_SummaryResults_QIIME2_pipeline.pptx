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8" r:id="rId4"/>
    <p:sldId id="261" r:id="rId5"/>
    <p:sldId id="259" r:id="rId6"/>
    <p:sldId id="260" r:id="rId7"/>
    <p:sldId id="25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40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04:40.3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91 2696 0 0,'0'0'10778'0'0,"5"1"-10494"0"0,10 1-87 0 0,0-1 0 0 0,1 0-1 0 0,17-2 1 0 0,125-7 69 0 0,10-1-149 0 0,43-10 101 0 0,-53 8-52 0 0,5 0-44 0 0,-5 0 57 0 0,4-1-179 0 0,-147 10 2 0 0,12-2 14 0 0,-1 1 1 0 0,47 1 0 0 0,76 3 32 0 0,-129-3-32 0 0,-17 2-18 0 0,0-1-1 0 0,0 1 0 0 0,0-1 1 0 0,-1 1-1 0 0,1 0 0 0 0,0 0 1 0 0,0 1-1 0 0,-1-1 0 0 0,1 0 1 0 0,0 1-1 0 0,0 0 0 0 0,-1-1 1 0 0,1 1-1 0 0,2 2 0 0 0,-4-3-63 0 0,0 0 63 0 0,-1 0 1 0 0,1 1-1 0 0,-1-1 0 0 0,0 0 1 0 0,1 0-1 0 0,-1 0 0 0 0,0 0 1 0 0,1 0-1 0 0,-1 0 0 0 0,0 1 1 0 0,1-1-1 0 0,-1 0 0 0 0,0 0 1 0 0,1 1-1 0 0,-1-1 0 0 0,0 0 1 0 0,1 0-1 0 0,-1 1 0 0 0,0-1 1 0 0,-4 4-488 0 0,-1 0 0 0 0,1-1 1 0 0,-1 0-1 0 0,0 0 1 0 0,0-1-1 0 0,-1 1 1 0 0,1-1-1 0 0,0 0 1 0 0,-9 1-1 0 0,2 1-203 0 0,-15 6-1977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05:24.379"/>
    </inkml:context>
    <inkml:brush xml:id="br0">
      <inkml:brushProperty name="width" value="0.5" units="cm"/>
      <inkml:brushProperty name="height" value="1" units="cm"/>
      <inkml:brushProperty name="color" value="#FF2500"/>
      <inkml:brushProperty name="tip" value="rectangle"/>
      <inkml:brushProperty name="rasterOp" value="maskPen"/>
    </inkml:brush>
  </inkml:definitions>
  <inkml:trace contextRef="#ctx0" brushRef="#br0">293 105 88 0 0,'4'4'10505'0'0,"4"1"-10316"0"0,0 0 0 0 0,0-1 1 0 0,1 0-1 0 0,-1 0 0 0 0,1 0 0 0 0,0-1 0 0 0,0-1 0 0 0,13 3 1 0 0,-1-3-15 0 0,0-1 0 0 0,0-1 0 0 0,1-1 0 0 0,-1 0 0 0 0,25-6 0 0 0,1 1 9 0 0,51-13 93 0 0,2 1-79 0 0,11-3 74 0 0,-12 1-204 0 0,-8 3-159 0 0,-30 5-14 0 0,-43 10 122 0 0,1 1 1 0 0,-1 1-1 0 0,1 0 0 0 0,-1 2 1 0 0,1 0-1 0 0,29 8 0 0 0,20 2 66 0 0,-4-10 25 0 0,-46-2-99 0 0,0 1 1 0 0,21 3-1 0 0,33 9-30 0 0,76 16 54 0 0,-92-18-74 0 0,-32-6 123 0 0,43 13 1 0 0,-50-11-104 0 0,1-1 0 0 0,0 0-1 0 0,1-2 1 0 0,-1 0 0 0 0,1-1 0 0 0,0-1 0 0 0,37 0 0 0 0,-53-3 20 0 0,1 0 1 0 0,0 0 0 0 0,-1 0 0 0 0,1 0 0 0 0,0-1-1 0 0,-1 1 1 0 0,6-4 0 0 0,-6 3 1 0 0,1 0 0 0 0,0 0 0 0 0,-1 0 1 0 0,1 1-1 0 0,0 0 0 0 0,7-2 0 0 0,-2 1 19 0 0,-1 1 1 0 0,14-6-1 0 0,7-2-67 0 0,4 6 33 0 0,-32 2 89 0 0,-12 3-46 0 0,-30 0 43 0 0,-46 8 0 0 0,12-1 3 0 0,-127 17-20 0 0,148-19-23 0 0,0-2 0 0 0,-79-4 1 0 0,-20 1 14 0 0,-124 9 128 0 0,117-7-76 0 0,-138-5 524 0 0,273-1-550 0 0,0-2-1 0 0,-35-10 1 0 0,3 1-26 0 0,-5-4 178 0 0,-3 0-214 0 0,-119-32-192 0 0,141 36 213 0 0,24 7-24 0 0,-22-12 0 0 0,-14-4-84 0 0,10 3 23 0 0,44 18-26 0 0,1 1 77 0 0,0 0 1 0 0,0 1 0 0 0,0-1-1 0 0,0 0 1 0 0,0 0-1 0 0,0 0 1 0 0,0 0 0 0 0,0 0-1 0 0,0 0 1 0 0,0 1-1 0 0,0-1 1 0 0,0 0 0 0 0,0 0-1 0 0,0 0 1 0 0,0 0 0 0 0,0 0-1 0 0,0 1 1 0 0,0-1-1 0 0,0 0 1 0 0,0 0 0 0 0,0 0-1 0 0,0 0 1 0 0,0 0-1 0 0,0 1 1 0 0,0-1 0 0 0,0 0-1 0 0,0 0 1 0 0,0 0-1 0 0,0 0 1 0 0,0 0 0 0 0,0 0-1 0 0,0 0 1 0 0,0 1-1 0 0,-1-1 1 0 0,1 0 0 0 0,0 0-1 0 0,0 0 1 0 0,0 0-1 0 0,0 0 1 0 0,0 0 0 0 0,0 0-1 0 0,-1 0 1 0 0,1 0-1 0 0,0 0 1 0 0,0 0 0 0 0,0 0-1 0 0,0 0 1 0 0,0 0-1 0 0,0 0 1 0 0,-1 1 0 0 0,1-1-1 0 0,0 0 1 0 0,0-1-1 0 0,0 1 1 0 0,0 0 0 0 0,0 0-1 0 0,-1 0 1 0 0,1 0-1 0 0,0 0 1 0 0,0 0 0 0 0,0 0-1 0 0,0 0 1 0 0,1 3 7 0 0,1 0 1 0 0,0-1-1 0 0,0 1 1 0 0,0 0-1 0 0,0-1 1 0 0,0 0-1 0 0,0 1 0 0 0,1-1 1 0 0,-1 0-1 0 0,1 0 1 0 0,0 0-1 0 0,4 2 1 0 0,4 1 7 0 0,-1 0 1 0 0,13 3 0 0 0,25 6-22 0 0,0-2 0 0 0,1-2 0 0 0,-1-2 0 0 0,69 2 0 0 0,190 1 125 0 0,-282-11-121 0 0,162 5-113 0 0,-157-3 40 0 0,44 8 0 0 0,-61-7 55 0 0,0 0 1 0 0,-1 1-1 0 0,1 0 0 0 0,-1 1 1 0 0,21 12-1 0 0,-27-13 12 0 0,-1 0 0 0 0,0 0 0 0 0,1 1 0 0 0,-1-1 0 0 0,-1 1 0 0 0,1 0-1 0 0,-1 1 1 0 0,0-1 0 0 0,0 1 0 0 0,-1 0 0 0 0,1 0 0 0 0,-1 0 0 0 0,0 0 0 0 0,-1 1 0 0 0,0-1 0 0 0,0 1 0 0 0,0-1 0 0 0,-1 1 0 0 0,1 12 0 0 0,0 8-8 0 0,-2-1 0 0 0,-1 1 0 0 0,-8 45 0 0 0,7-61 17 0 0,-32 216 80 0 0,-20 154 33 0 0,39-240-98 0 0,-15 203 2 0 0,26-186-14 0 0,22 230 1 0 0,9-154-8 0 0,64 253 0 0 0,27-76-58 0 0,-45-167 109 0 0,60 267-31 0 0,-37 30-64 0 0,-73-208 35 0 0,-26-2-16 0 0,1-238 14 0 0,7 76 55 0 0,-5-166-54 0 0,0-1-1 0 0,1 1 1 0 0,-1-1 0 0 0,1 1 0 0 0,-1-1 0 0 0,1 1 0 0 0,0-1 0 0 0,0 1 0 0 0,2 3 0 0 0,-3-5 5 0 0,1-1 0 0 0,-1 0 0 0 0,0 1 0 0 0,1-1 0 0 0,-1 0 0 0 0,0 0 0 0 0,1 1 0 0 0,-1-1 0 0 0,0 0-1 0 0,1 0 1 0 0,-1 1 0 0 0,0-1 0 0 0,1 0 0 0 0,-1 0 0 0 0,1 0 0 0 0,-1 0 0 0 0,0 0 0 0 0,1 0 0 0 0,-1 0 0 0 0,1 0-1 0 0,-1 0 1 0 0,0 0 0 0 0,1 0 0 0 0,0 0 0 0 0,0 0-15 0 0,0-1 0 0 0,0 1 0 0 0,1-1 0 0 0,-1 1 0 0 0,0-1 0 0 0,0 0 0 0 0,0 1 0 0 0,0-1 0 0 0,0 0 0 0 0,0 0 0 0 0,0 0 0 0 0,0-1 0 0 0,6-6-114 0 0,-1 0 1 0 0,0-1-1 0 0,0 0 1 0 0,-1 0-1 0 0,6-15 1 0 0,15-52-562 0 0,-11 19 34 0 0,-2 0 0 0 0,9-111 1 0 0,-12-121-452 0 0,-8 170 862 0 0,-6-510 78 0 0,-54-2 1989 0 0,53 593-1698 0 0,-30-219 567 0 0,15-2-226 0 0,27-400-133 0 0,-3 547-359 0 0,-4 100 32 0 0,8-353-207 0 0,-16 0-245 0 0,-21-95 166 0 0,22 241 181 0 0,9 164 128 0 0,18-107 0 0 0,-20 161-23 0 0,1-3-25 0 0,-1 1-1 0 0,1-1 1 0 0,0 0-1 0 0,0 0 1 0 0,1 0-1 0 0,-1 1 1 0 0,1-1-1 0 0,2-3 1 0 0,-2 10-47 0 0,0 5 43 0 0,0 0-1 0 0,-1 0 1 0 0,0 0 0 0 0,-1 0 0 0 0,0 14 0 0 0,0 92-69 0 0,-3 300 205 0 0,-4 81 438 0 0,3-88 78 0 0,3-358-565 0 0,-16 454 394 0 0,11-384-354 0 0,-22 340 228 0 0,-27 551 196 0 0,30-440-396 0 0,-19-68 32 0 0,8-133-204 0 0,21-3-209 0 0,17-271-82 0 0,18 121-1 0 0,-18-197 266 0 0,2-1 1 0 0,0 0-1 0 0,8 19 0 0 0,-10-31 52 0 0,1 0 0 0 0,-1-1 0 0 0,1 1 0 0 0,1 0 0 0 0,-1-1 0 0 0,1 0 0 0 0,0 0 0 0 0,0 0-1 0 0,0 0 1 0 0,1-1 0 0 0,0 1 0 0 0,6 3 0 0 0,-9-6 14 0 0,0-1-1 0 0,0 0 1 0 0,0 0-1 0 0,0 0 0 0 0,1 0 1 0 0,-1 0-1 0 0,0 0 1 0 0,1-1-1 0 0,-1 1 1 0 0,0-1-1 0 0,1 0 1 0 0,-1 1-1 0 0,1-1 0 0 0,-1 0 1 0 0,1 0-1 0 0,-1-1 1 0 0,0 1-1 0 0,1 0 1 0 0,-1-1-1 0 0,0 0 1 0 0,1 1-1 0 0,-1-1 0 0 0,0 0 1 0 0,0 0-1 0 0,1 0 1 0 0,-1-1-1 0 0,0 1 1 0 0,0 0-1 0 0,0-1 1 0 0,3-3-1 0 0,3-3-1 0 0,-1 0 0 0 0,1-1 0 0 0,-2 0 0 0 0,1-1 1 0 0,7-14-1 0 0,120-240-39 0 0,-100 182-255 0 0,41-149 1 0 0,-48 142 101 0 0,96-362-576 0 0,-114 413 737 0 0,53-261-1321 0 0,-48 213-292 0 0,3-133 1 0 0,-23-28-2134 0 0,6 241 3634 0 0,-1-18-1573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05:26.683"/>
    </inkml:context>
    <inkml:brush xml:id="br0">
      <inkml:brushProperty name="width" value="0.5" units="cm"/>
      <inkml:brushProperty name="height" value="1" units="cm"/>
      <inkml:brushProperty name="color" value="#FF2500"/>
      <inkml:brushProperty name="tip" value="rectangle"/>
      <inkml:brushProperty name="rasterOp" value="maskPen"/>
    </inkml:brush>
  </inkml:definitions>
  <inkml:trace contextRef="#ctx0" brushRef="#br0">812 678 2160 0 0,'20'142'3034'0'0,"2"168"0"0"0,-22 143-313 0 0,-2-197-1742 0 0,-13 435 381 0 0,9-393-934 0 0,-5 104 44 0 0,-30 403-68 0 0,51-283-136 0 0,28-190-134 0 0,-10-158-108 0 0,36 187 72 0 0,-44-275-117 0 0,7 36 27 0 0,-26-117 43 0 0,0 1 1 0 0,1-1-1 0 0,-1 1 0 0 0,1-1 1 0 0,3 6-1 0 0,-5-11-35 0 0,1 0 0 0 0,-1 0 1 0 0,1 0-1 0 0,-1 0 0 0 0,0 0 0 0 0,1-1 1 0 0,-1 1-1 0 0,1 0 0 0 0,-1 0 0 0 0,1-1 1 0 0,-1 1-1 0 0,0 0 0 0 0,1-1 1 0 0,-1 1-1 0 0,0 0 0 0 0,1-1 0 0 0,-1 1 1 0 0,0 0-1 0 0,0-1 0 0 0,1 1 0 0 0,-1-1 1 0 0,0 0-1 0 0,4-8 24 0 0,0 0 0 0 0,0-1 1 0 0,-1 1-1 0 0,3-18 0 0 0,-1 5-5 0 0,33-168 181 0 0,-16 71-95 0 0,77-474 89 0 0,-48 225-342 0 0,48-413-176 0 0,-83 566 98 0 0,-16-354 0 0 0,-55 119-237 0 0,-38 6 9 0 0,-71-399-193 0 0,120 623 533 0 0,-17 4-52 0 0,21 79-30 0 0,26 78-92 0 0,-9-69-1 0 0,3-60-2964 0 0,15 131 814 0 0,-45 95 610 0 0,20 26 3240 0 0,27-58-1346 0 0,-71 187 2032 0 0,13 7-1115 0 0,54-177-881 0 0,-79 344 241 0 0,74-289-930 0 0,4 0 0 0 0,3 137 0 0 0,5-201 510 0 0,0-7 48 0 0,0 0-1 0 0,1 0 1 0 0,-1 0 0 0 0,2 0 0 0 0,-1-1-1 0 0,0 1 1 0 0,8 14 268 0 0,-9-21-219 0 0,0 0 0 0 0,1 1 1 0 0,-1-1-1 0 0,1 0 1 0 0,-1 0-1 0 0,0 1 1 0 0,1-1-1 0 0,-1 0 1 0 0,1 0-1 0 0,-1 0 1 0 0,1 0-1 0 0,-1 0 1 0 0,1 0-1 0 0,-1 0 1 0 0,1 0-1 0 0,-1 0 1 0 0,1 0-1 0 0,-1 0 0 0 0,1 0 1 0 0,-1 0-1 0 0,1 0 1 0 0,-1 0-1 0 0,1 0 1 0 0,-1 0-1 0 0,1 0 1 0 0,-1-1-1 0 0,0 1 1 0 0,1 0-1 0 0,0-1 1 0 0,17-19 498 0 0,-2-2 1 0 0,24-37-1 0 0,26-58 469 0 0,36-94 107 0 0,-61 123-806 0 0,-9 20-133 0 0,36-109 0 0 0,-60 152-149 0 0,-2 0 0 0 0,0-1 0 0 0,-2 1 0 0 0,-1-1 1 0 0,-1 0-1 0 0,-1 0 0 0 0,-1 0 0 0 0,-4-27 1 0 0,3 46-21 0 0,0 0 0 0 0,-1 0 0 0 0,0 1 0 0 0,0-1 0 0 0,0 0 0 0 0,-1 1 0 0 0,0 0 0 0 0,0-1 0 0 0,0 1 0 0 0,-6-7 0 0 0,6 10 0 0 0,0 0 0 0 0,0 0 0 0 0,0 0 0 0 0,0 1 0 0 0,-1-1 0 0 0,1 1 0 0 0,-1 0 0 0 0,1 0 0 0 0,-1 0 0 0 0,0 0 0 0 0,0 1 0 0 0,0-1 0 0 0,0 1 0 0 0,0 0 0 0 0,0 0 0 0 0,0 1 0 0 0,0-1 0 0 0,-6 1 0 0 0,-9 0-13 0 0,-1 2 1 0 0,0 0 0 0 0,1 1 0 0 0,0 2 0 0 0,0-1 0 0 0,0 2-1 0 0,-35 16 1 0 0,34-13 8 0 0,0 2 0 0 0,1 0 0 0 0,1 1 0 0 0,0 1 0 0 0,0 0 0 0 0,-30 32 0 0 0,-80 108 12 0 0,89-104 15 0 0,-95 138 37 0 0,111-148-72 0 0,1 1 1 0 0,-32 84-1 0 0,39-77 0 0 0,2 0 0 0 0,2 1-1 0 0,2 0 1 0 0,2 1 0 0 0,3 0-1 0 0,1 0 1 0 0,3 0 0 0 0,2 0-1 0 0,2 1 1 0 0,2-2 0 0 0,14 57-1 0 0,82 202-201 0 0,-93-283 190 0 0,7 20 19 0 0,-2 0 1 0 0,-2 0 0 0 0,-3 1-1 0 0,-1 1 1 0 0,-2-1 0 0 0,-2 1-1 0 0,-4 92 1 0 0,-64 320-77 0 0,24-218 49 0 0,14-76 77 0 0,-18 146-21 0 0,14 102-25 0 0,37-104 103 0 0,-3-233-91 0 0,26 252 183 0 0,-17-216-57 0 0,2-7 256 0 0,36 123 1 0 0,-43-194-304 0 0,4 25 214 0 0,-3-1 0 0 0,3 88 0 0 0,-11-87 77 0 0,-9 64-1 0 0,4-68-201 0 0,-12 82-62 0 0,-2 22-48 0 0,18-146-86 0 0,-2 23-16 0 0,3 38 0 0 0,0-63 21 0 0,0 1 1 0 0,1-1-1 0 0,0 0 0 0 0,1 0 1 0 0,0 0-1 0 0,0-1 1 0 0,1 1-1 0 0,7 11 0 0 0,-10-19 13 0 0,0 0-1 0 0,1 0 1 0 0,-1 0 0 0 0,0-1-1 0 0,1 1 1 0 0,-1 0-1 0 0,1-1 1 0 0,0 1-1 0 0,0-1 1 0 0,-1 0-1 0 0,1 1 1 0 0,0-1-1 0 0,0 0 1 0 0,0 0-1 0 0,0 0 1 0 0,4 0-1 0 0,-2 0-12 0 0,-1 0 1 0 0,1-1-1 0 0,-1 0 0 0 0,1 0 0 0 0,-1 0 0 0 0,1 0 0 0 0,-1-1 1 0 0,1 1-1 0 0,5-3 0 0 0,4-1-15 0 0,-1-2 0 0 0,1 1 0 0 0,-1-1 0 0 0,17-12 0 0 0,-13 6-25 0 0,0 0-1 0 0,-1 0 0 0 0,0-2 0 0 0,14-16 0 0 0,46-64-487 0 0,18-18-157 0 0,-76 96 401 0 0,1 1 0 0 0,30-20 0 0 0,-16 12-204 0 0,-31 23 441 0 0,0-1-1 0 0,-1 1 1 0 0,1-1 0 0 0,0 0-1 0 0,0 1 1 0 0,-1-1-1 0 0,1 0 1 0 0,0 0 0 0 0,-1 0-1 0 0,1 1 1 0 0,-1-1-1 0 0,1 0 1 0 0,-1 0-1 0 0,0 0 1 0 0,1-2 0 0 0,8 2-711 0 0,-8 2 777 0 0,-1-1 1 0 0,1 1-1 0 0,-1 0 0 0 0,1 0 1 0 0,-1 0-1 0 0,1-1 1 0 0,-1 1-1 0 0,1 0 0 0 0,0-1 1 0 0,-1 1-1 0 0,1-1 1 0 0,0 1-1 0 0,0-1 0 0 0,0 1 1 0 0,-1-1-1 0 0,1 1 1 0 0,0-1-1 0 0,2 1 0 0 0,24 7 185 0 0,-22-6-132 0 0,10 1-6 0 0,0-1 0 0 0,0 0-1 0 0,-1-1 1 0 0,1 0 0 0 0,0-1 0 0 0,0-1-1 0 0,0 0 1 0 0,0-1 0 0 0,17-5 0 0 0,-20 5-825 0 0,0 0 0 0 0,22 1 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05:33.347"/>
    </inkml:context>
    <inkml:brush xml:id="br0">
      <inkml:brushProperty name="width" value="0.5" units="cm"/>
      <inkml:brushProperty name="height" value="1" units="cm"/>
      <inkml:brushProperty name="color" value="#FF2500"/>
      <inkml:brushProperty name="tip" value="rectangle"/>
      <inkml:brushProperty name="rasterOp" value="maskPen"/>
    </inkml:brush>
  </inkml:definitions>
  <inkml:trace contextRef="#ctx0" brushRef="#br0">1 1 88 0 0,'0'0'8'0'0,"24"0"0"0"0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05:44.496"/>
    </inkml:context>
    <inkml:brush xml:id="br0">
      <inkml:brushProperty name="width" value="0.2" units="cm"/>
      <inkml:brushProperty name="height" value="0.4" units="cm"/>
      <inkml:brushProperty name="color" value="#FF2500"/>
      <inkml:brushProperty name="tip" value="rectangle"/>
      <inkml:brushProperty name="rasterOp" value="maskPen"/>
    </inkml:brush>
  </inkml:definitions>
  <inkml:trace contextRef="#ctx0" brushRef="#br0">465 305 4152 0 0,'-6'-2'713'0'0,"-149"-42"4458"0"0,123 33-3873 0 0,27 9-954 0 0,-1 0-1 0 0,1 0 0 0 0,-1 0 1 0 0,0 0-1 0 0,0 1 1 0 0,-16-1 2559 0 0,85 3-1484 0 0,-15 0-1026 0 0,64-6 0 0 0,-13-9-266 0 0,37-4 34 0 0,-67 11-32 0 0,81-6-160 0 0,-118 13 80 0 0,51 8 1 0 0,-57-4-16 0 0,0-1 1 0 0,1-2-1 0 0,33-2 1 0 0,2-3-14 0 0,85 4 1 0 0,-42 1-32 0 0,32 2 66 0 0,-101 1-50 0 0,17 0-49 0 0,64-1 0 0 0,45-1 32 0 0,-52 1 80 0 0,60 10-40 0 0,-105-6-21 0 0,166-2 41 0 0,-62-4 15 0 0,-99 0-96 0 0,1-3 0 0 0,114-19 0 0 0,313-32 52 0 0,-394 45-34 0 0,-49 3 7 0 0,65 3 0 0 0,45 1-39 0 0,19 2-50 0 0,-51 5 94 0 0,100 10 10 0 0,-200-13-24 0 0,0 0 0 0 0,41-3 0 0 0,-6 2-35 0 0,-6 0 30 0 0,163-12-65 0 0,125-3 396 0 0,-230 10-316 0 0,-51 1-24 0 0,0 2 0 0 0,78 11 0 0 0,-118-8 35 0 0,0-2-1 0 0,45-3 0 0 0,30 2-73 0 0,-63-1 15 0 0,-15 0 36 0 0,-18 0 12 0 0,-1-3-26 0 0,-6 3-120 0 0,-2 4-568 0 0,1-2 711 0 0,0-1 0 0 0,0 0 0 0 0,0 1 0 0 0,-1-1 0 0 0,1 0 0 0 0,0 1 0 0 0,0-1 0 0 0,0 0 0 0 0,-1 0 0 0 0,1 1 1 0 0,0-1-1 0 0,-1 0 0 0 0,1 0 0 0 0,0 0 0 0 0,0 1 0 0 0,-1-1 0 0 0,1 0 0 0 0,0 0 0 0 0,-1 0 0 0 0,0 0 0 0 0,-15 2-60 0 0,7-2 42 0 0,-346 5 148 0 0,63-5-184 0 0,-223 34-18 0 0,162-9 108 0 0,158-14 71 0 0,-407 31 273 0 0,336-21-296 0 0,78-8-70 0 0,120-7 40 0 0,-100-6 1 0 0,-131-12-56 0 0,119 9-167 0 0,-137 3-94 0 0,114 11 309 0 0,-184 12-226 0 0,147-15 199 0 0,139-6 56 0 0,-69-10-36 0 0,8 0-36 0 0,-115 4-79 0 0,223 6-11 0 0,33-1 90 0 0,0 0 0 0 0,0-1 0 0 0,0-2 0 0 0,-25-4 0 0 0,-79-26 49 0 0,114 30-32 0 0,-1 0 0 0 0,-21 0 1 0 0,0 1 144 0 0,-72-3-273 0 0,91 4 99 0 0,-1 0-1 0 0,-16 2 1 0 0,17-1-29 0 0,1 0 0 0 0,-22-2 0 0 0,29 0 86 0 0,1 0-1 0 0,0 0 1 0 0,-1-1 0 0 0,1 0 0 0 0,0 0 0 0 0,0 0-1 0 0,0 0 1 0 0,1-1 0 0 0,-1 0 0 0 0,0 0 0 0 0,1 0-1 0 0,0-1 1 0 0,-6-5 0 0 0,-3-3 148 0 0,11 11-168 0 0,1 0-1 0 0,-1 0 0 0 0,1-1 1 0 0,-1 1-1 0 0,1-1 0 0 0,0 1 0 0 0,-3-4 1 0 0,3 4 5 0 0,1 0-17 0 0,0 1-8 0 0,0-1 0 0 0,0 1 0 0 0,0 0 1 0 0,0 0-1 0 0,0-1 0 0 0,0 1 0 0 0,0 0 0 0 0,0 0 1 0 0,0 0-1 0 0,0-1 0 0 0,0 1 0 0 0,0 0 1 0 0,0 0-1 0 0,0-1 0 0 0,0 1 0 0 0,0 0 0 0 0,0 0 1 0 0,1 0-1 0 0,-1-1 0 0 0,0 1 0 0 0,0 0 1 0 0,0 0-1 0 0,0 0 0 0 0,0-1 0 0 0,0 1 1 0 0,1 0-1 0 0,-1 0 0 0 0,0 0 0 0 0,0 0 0 0 0,0-1 1 0 0,1 1-1 0 0,-1 0 0 0 0,0 0 0 0 0,0 0 1 0 0,0 0-1 0 0,1 0 0 0 0,-1 0 0 0 0,0 0 0 0 0,0 0 1 0 0,1 0-1 0 0,-1 0 0 0 0,0 0 0 0 0,0 0 1 0 0,0 0-1 0 0,1 0 0 0 0,-1 0 0 0 0,0 0 0 0 0,1 0 1 0 0,87-17 60 0 0,-2-1-110 0 0,-37 12 40 0 0,296-41 46 0 0,4 18 9 0 0,-44 6-136 0 0,-79 5 172 0 0,-6-1-5 0 0,-73 5-96 0 0,150 5 1 0 0,-241 11 29 0 0,183-2-84 0 0,105-16 111 0 0,-157 15-35 0 0,-8 1 82 0 0,119 3-739 0 0,-200 7-1333 0 0,-37 1-4230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05:49.902"/>
    </inkml:context>
    <inkml:brush xml:id="br0">
      <inkml:brushProperty name="width" value="0.2" units="cm"/>
      <inkml:brushProperty name="height" value="0.4" units="cm"/>
      <inkml:brushProperty name="color" value="#FF2500"/>
      <inkml:brushProperty name="tip" value="rectangle"/>
      <inkml:brushProperty name="rasterOp" value="maskPen"/>
    </inkml:brush>
  </inkml:definitions>
  <inkml:trace contextRef="#ctx0" brushRef="#br0">251 333 3512 0 0,'4'-3'7414'0'0,"2"-2"-7256"0"0,0 1-1 0 0,0 0 1 0 0,0 0 0 0 0,1 1-1 0 0,-1 0 1 0 0,1 0-1 0 0,0 1 1 0 0,0 0-1 0 0,0 0 1 0 0,0 0-1 0 0,13 0 1 0 0,16-2 306 0 0,41 3-1 0 0,-54 1-258 0 0,302-11 834 0 0,226-20-674 0 0,287-42 475 0 0,95-21-568 0 0,-412 74-226 0 0,-342 22-9 0 0,20-1-135 0 0,185-17 105 0 0,-100 8 92 0 0,133-3-63 0 0,-288 12-33 0 0,97-5 43 0 0,-95-3-129 0 0,38-4 69 0 0,-123 5 72 0 0,-43 5-83 0 0,-6 2-9 0 0,-2 1 40 0 0,0-1 0 0 0,0 0 0 0 0,0 0 0 0 0,0 0 0 0 0,-1-1 0 0 0,1 0-1 0 0,0 0 1 0 0,-1 0 0 0 0,-8-2 0 0 0,-5 1-25 0 0,-41 2-234 0 0,-89 12 0 0 0,33-1-79 0 0,-38 3 64 0 0,-58 3-313 0 0,-109 8-757 0 0,1 1-24 0 0,-548 25 655 0 0,343-14 1135 0 0,106-7 71 0 0,78-12-55 0 0,-85 7 104 0 0,-57 5 68 0 0,-1 1 109 0 0,265-22-374 0 0,156-11-36 0 0,-91-13-1 0 0,142 13-241 0 0,-1-2 0 0 0,1 1-1 0 0,0-2 1 0 0,-1 0 0 0 0,2 0 0 0 0,-1-1 0 0 0,-16-9 0 0 0,26 13-51 0 0,0 0 1 0 0,0-1 0 0 0,1 1 0 0 0,-1 0-1 0 0,0-1 1 0 0,1 0 0 0 0,-1 1 0 0 0,1-1 0 0 0,0 0-1 0 0,-1 1 1 0 0,1-1 0 0 0,0 0 0 0 0,0 0-1 0 0,0 0 1 0 0,-1-3 0 0 0,2 3-14 0 0,0 1 0 0 0,0 0 0 0 0,0 0 0 0 0,0-1 0 0 0,0 1 0 0 0,0 0-1 0 0,0 0 1 0 0,0 0 0 0 0,1-1 0 0 0,-1 1 0 0 0,0 0 0 0 0,1 0 0 0 0,-1 0 0 0 0,1-1 0 0 0,-1 1 0 0 0,1 0 0 0 0,0 0 0 0 0,-1 0-1 0 0,1 0 1 0 0,0 0 0 0 0,0 0 0 0 0,0 1 0 0 0,0-1 0 0 0,-1 0 0 0 0,1 0 0 0 0,0 0 0 0 0,1 1 0 0 0,-1-1 0 0 0,1 0-1 0 0,16-8 26 0 0,1 1 0 0 0,-1 1-1 0 0,34-8 1 0 0,-21 5-9 0 0,59-14 13 0 0,136-18 0 0 0,96 6 40 0 0,-277 32-72 0 0,882-47-78 0 0,-297 56 62 0 0,-2 30-70 0 0,-369-19-126 0 0,-103-7-27 0 0,201 11-370 0 0,2-17 242 0 0,-5-12 205 0 0,132-5-548 0 0,-326 11 200 0 0,125-9-308 0 0,-220-1 697 0 0,-19 3 284 0 0,-39 10-63 0 0,-9 1-51 0 0,-11 2-214 0 0,-125 5-488 0 0,17-1 302 0 0,5 4 128 0 0,-169 14 81 0 0,21-1 94 0 0,-33 2 268 0 0,-22 9 796 0 0,110-9-68 0 0,-2-23-140 0 0,154-5-500 0 0,1 3-1 0 0,-82 10 1 0 0,106-6 515 0 0,55 6-806 0 0,0-1 0 0 0,0-2 1 0 0,1 0-1 0 0,45 8 0 0 0,104 4 110 0 0,-92-17-99 0 0,1-3 1 0 0,130-18-1 0 0,144-19-75 0 0,397 8 0 0 0,-495 49 121 0 0,-5 22-38 0 0,-160-26-10 0 0,-91-15-28 0 0,8 1 18 0 0,0 0-1 0 0,1-1 0 0 0,-1 0 0 0 0,0 0 1 0 0,1-1-1 0 0,-1-1 0 0 0,14-2 0 0 0,-23 3 29 0 0,-16-10-13 0 0,-7 3-34 0 0,0 1-1 0 0,0 1 1 0 0,0 1 0 0 0,-1 1-1 0 0,-32-1 1 0 0,37 4-73 0 0,0 1 1 0 0,-19 4-1 0 0,18-2-249 0 0,-25 0 0 0 0,9-1 112 0 0,-1 2 0 0 0,1 1 0 0 0,-49 14-1 0 0,48-11 206 0 0,11-3 1 0 0,0-2 1 0 0,-1-1 0 0 0,-33-1 0 0 0,6-1 17 0 0,-320 20 650 0 0,192-4-385 0 0,-23 1-149 0 0,-156 12-22 0 0,85-14-185 0 0,-13 1 12 0 0,-46 28 35 0 0,-10 1 20 0 0,101-26 79 0 0,-412-18 0 0 0,527-8-38 0 0,-1 0 6 0 0,-147-25 0 0 0,233 24-25 0 0,-1-3 1 0 0,2-1 0 0 0,-57-24-1 0 0,44 13-40 0 0,0 3 0 0 0,-1 2 0 0 0,-1 2 0 0 0,0 3 0 0 0,-1 3 0 0 0,0 2 0 0 0,-109-1 0 0 0,159 10 23 0 0,-285 16 108 0 0,168-10-79 0 0,86-6-76 0 0,-57 8-1 0 0,-6 2 353 0 0,24-3-196 0 0,76-7-98 0 0,0-1 1 0 0,0 0 0 0 0,0 1-1 0 0,0-1 1 0 0,0 0-1 0 0,0 0 1 0 0,0 0-1 0 0,1-1 1 0 0,-1 1 0 0 0,0 0-1 0 0,0-1 1 0 0,0 1-1 0 0,0-1 1 0 0,1 0 0 0 0,-1 0-1 0 0,0 1 1 0 0,1-1-1 0 0,-1 0 1 0 0,0 0-1 0 0,1-1 1 0 0,-1 1 0 0 0,1 0-1 0 0,-2-2 1 0 0,2 1-5 0 0,0 0-1 0 0,0-1 1 0 0,0 1 0 0 0,0 0 0 0 0,1 0-1 0 0,-1 0 1 0 0,1 0 0 0 0,-1-1 0 0 0,1 1-1 0 0,0 0 1 0 0,0 0 0 0 0,0-1 0 0 0,0 1 0 0 0,0 0-1 0 0,0-1 1 0 0,1 1 0 0 0,-1 0 0 0 0,1 0-1 0 0,1-4 1 0 0,37-92 11 0 0,-28 72-23 0 0,23-38-401 0 0,-28 53 407 0 0,0 0 0 0 0,9-11 0 0 0,4-6-85 0 0,-19 28 79 0 0,0 0 0 0 0,0-1-1 0 0,0 1 1 0 0,1 0 0 0 0,-1 0 0 0 0,0-1 0 0 0,0 1-1 0 0,1 0 1 0 0,-1 0 0 0 0,0-1 0 0 0,0 1-1 0 0,1 0 1 0 0,-1 0 0 0 0,0 0 0 0 0,1-1 0 0 0,-1 1-1 0 0,0 0 1 0 0,1 0 0 0 0,-1 0 0 0 0,0 0 0 0 0,1 0-1 0 0,-1 0 1 0 0,0 0 0 0 0,1 0 0 0 0,-1 0-1 0 0,0 0 1 0 0,1 0 0 0 0,-1 0 0 0 0,1 0 0 0 0,-1 0-1 0 0,0 0 1 0 0,1 0 0 0 0,-1 0 0 0 0,0 0-1 0 0,1 1 1 0 0,-1-1 0 0 0,0 0 0 0 0,1 0 0 0 0,-1 0-1 0 0,0 0 1 0 0,0 1 0 0 0,1-1 0 0 0,-1 0-1 0 0,0 0 1 0 0,0 1 0 0 0,1-1 0 0 0,-1 0 0 0 0,0 1-1 0 0,0-1 1 0 0,0 0 0 0 0,1 1 0 0 0,-1-1-1 0 0,10 19-94 0 0,-9-11 99 0 0,1-1-1 0 0,-1 0 1 0 0,-1 0 0 0 0,1 1 0 0 0,-1-1 0 0 0,0 0-1 0 0,-1 1 1 0 0,0-1 0 0 0,0 0 0 0 0,-1 0 0 0 0,-3 11-1 0 0,-3 5 56 0 0,-2-1 0 0 0,-14 25 0 0 0,-1 1 37 0 0,-32 80-74 0 0,57-128-10 0 0,0 0 0 0 0,0 0-1 0 0,-1 0 1 0 0,1 0 0 0 0,0 0 0 0 0,0 0-1 0 0,0 0 1 0 0,0 0 0 0 0,0 1-1 0 0,-1-1 1 0 0,1 0 0 0 0,0 0 0 0 0,0 0-1 0 0,0 0 1 0 0,0 0 0 0 0,0 1-1 0 0,0-1 1 0 0,0 0 0 0 0,0 0 0 0 0,0 0-1 0 0,0 0 1 0 0,0 1 0 0 0,0-1 0 0 0,0 0-1 0 0,0 0 1 0 0,0 0 0 0 0,0 1-1 0 0,0-1 1 0 0,0 0 0 0 0,0 0 0 0 0,0 0-1 0 0,0 0 1 0 0,0 1 0 0 0,0-1 0 0 0,0 0-1 0 0,0 0 1 0 0,0 0 0 0 0,0 0-1 0 0,0 0 1 0 0,1 1 0 0 0,-1-1 0 0 0,0 0-1 0 0,0 0 1 0 0,0 0 0 0 0,0 0 0 0 0,0 0-1 0 0,0 0 1 0 0,1 1 0 0 0,-1-1-1 0 0,7-4 113 0 0,136-124 330 0 0,-38 49-750 0 0,-96 72 231 0 0,0 0-1 0 0,-1-1 0 0 0,0 1 1 0 0,11-15-1 0 0,-12 14 68 0 0,0-1-1 0 0,0 2 1 0 0,1-1-1 0 0,13-9 1 0 0,-19 16 5 0 0,-1 0 0 0 0,1 0 0 0 0,0 1 0 0 0,0-1 0 0 0,0 0 1 0 0,-1 1-1 0 0,1-1 0 0 0,0 1 0 0 0,0-1 0 0 0,0 1 0 0 0,0 0 0 0 0,0 0 1 0 0,0 0-1 0 0,0 0 0 0 0,0 0 0 0 0,0 1 0 0 0,2 0 0 0 0,3 1 4 0 0,0 0 0 0 0,0 1 0 0 0,9 4 0 0 0,-8-3-10 0 0,24 12-44 0 0,0-2 1 0 0,57 16 0 0 0,286 72-89 0 0,-306-85 120 0 0,1-4 0 0 0,0-2 0 0 0,136 3 0 0 0,194-37 101 0 0,1-26-18 0 0,-250 28-106 0 0,279-37-17 0 0,4 23 83 0 0,70 37-167 0 0,1 24 73 0 0,-87-3-56 0 0,-188-15-365 0 0,262-24 0 0 0,-152-17-3498 0 0,-284 27 1100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13:26.166"/>
    </inkml:context>
    <inkml:brush xml:id="br0">
      <inkml:brushProperty name="width" value="0.2" units="cm"/>
      <inkml:brushProperty name="height" value="0.4" units="cm"/>
      <inkml:brushProperty name="color" value="#00B44B"/>
      <inkml:brushProperty name="tip" value="rectangle"/>
      <inkml:brushProperty name="rasterOp" value="maskPen"/>
    </inkml:brush>
  </inkml:definitions>
  <inkml:trace contextRef="#ctx0" brushRef="#br0">239 0 2888 0 0,'0'0'3017'0'0,"-6"1"-2201"0"0,5-1-807 0 0,-7 2 133 0 0,0 0-1 0 0,0 0 1 0 0,0 1-1 0 0,0 0 1 0 0,0 0 0 0 0,-9 6-1 0 0,-28 26-328 0 0,29-22 644 0 0,-29 19 0 0 0,37-26-155 0 0,-1 0-1 0 0,1 1 1 0 0,1-1 0 0 0,-10 11 0 0 0,5-1 2634 0 0,19-17-3111 0 0,11 0 324 0 0,0-1 0 0 0,0 0-1 0 0,21-7 1 0 0,-16 4 4 0 0,31-4 1 0 0,-24 7 222 0 0,0-2 0 0 0,44-10 0 0 0,-48 7-212 0 0,1 1 0 0 0,-1 1 0 0 0,1 1 1 0 0,47 1-1 0 0,-61 3-96 0 0,0 0 1 0 0,0-1-1 0 0,0 0 1 0 0,21-5 0 0 0,-9 1 14 0 0,44-4 1 0 0,14-2-43 0 0,-58 7 2 0 0,0 0 0 0 0,0 1 0 0 0,0 2 0 0 0,0 0 0 0 0,1 2 0 0 0,-1 1 0 0 0,29 6 0 0 0,-18-1-85 0 0,38 15 1 0 0,-40-11-148 0 0,48 9 1 0 0,-42-13 179 0 0,-1-2 0 0 0,69-1 0 0 0,-10-2 118 0 0,1 0 46 0 0,23 0-202 0 0,-21 0-153 0 0,37-12 157 0 0,-1-1 82 0 0,6 3 177 0 0,41 1-102 0 0,-117 5-136 0 0,22 2-163 0 0,2 0 201 0 0,-5 0-9 0 0,-53 1 7 0 0,43-4 0 0 0,-52 3 25 0 0,3-1-49 0 0,-8-1 97 0 0,0 1 1 0 0,1 0-1 0 0,21 2 0 0 0,34 0 2 0 0,-41-4-56 0 0,54 4 0 0 0,51 3-68 0 0,-2 3 382 0 0,-14-1-259 0 0,43-1-283 0 0,-75-3 118 0 0,81-10 267 0 0,-39 0-168 0 0,-10 2 5 0 0,77 1 204 0 0,91 10-70 0 0,-211-6-315 0 0,-48 3 145 0 0,1 1 0 0 0,36 9 1 0 0,42 4 33 0 0,-73-14-34 0 0,122 10 124 0 0,-88-7-129 0 0,-42-4-27 0 0,34 6-1 0 0,-5 5-16 0 0,-33-6 100 0 0,0-1 0 0 0,1-1 1 0 0,27 1-1 0 0,99 5 81 0 0,-52-1-20 0 0,-52-6-20 0 0,5 1-40 0 0,84-4-1 0 0,-104-1-39 0 0,1 1-1 0 0,34 5 1 0 0,30 1-85 0 0,-62-4 404 0 0,-35-2-272 0 0,-1 0-60 0 0,12 4-176 0 0,3 1 410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13:33.540"/>
    </inkml:context>
    <inkml:brush xml:id="br0">
      <inkml:brushProperty name="width" value="0.2" units="cm"/>
      <inkml:brushProperty name="height" value="0.4" units="cm"/>
      <inkml:brushProperty name="color" value="#00B44B"/>
      <inkml:brushProperty name="tip" value="rectangle"/>
      <inkml:brushProperty name="rasterOp" value="maskPen"/>
    </inkml:brush>
  </inkml:definitions>
  <inkml:trace contextRef="#ctx0" brushRef="#br0">13 101 2888 0 0,'0'-5'4193'0'0,"-1"-30"79"0"0,-5 46-3599 0 0,6-11-571 0 0,-1 1 0 0 0,0 0-1 0 0,1 0 1 0 0,-1 0-1 0 0,1 0 1 0 0,-1 0-1 0 0,1 1 1 0 0,-1-1 0 0 0,1 0-1 0 0,0 0 1 0 0,0 0-1 0 0,-1 0 1 0 0,1 0-1 0 0,0 0 1 0 0,0 1 0 0 0,0-1-1 0 0,0 0 1 0 0,0 0-1 0 0,1 0 1 0 0,-1 2 0 0 0,1 0-20 0 0,-1-1 29 0 0,0 0 1 0 0,1 0-1 0 0,-1 0 0 0 0,1 0 0 0 0,-1 0 1 0 0,1 0-1 0 0,0-1 0 0 0,2 5 0 0 0,-2-5-86 0 0,0-1-1 0 0,0 1 1 0 0,0 0-1 0 0,0 0 1 0 0,0-1-1 0 0,1 1 0 0 0,-1-1 1 0 0,0 1-1 0 0,0-1 1 0 0,1 1-1 0 0,-1-1 1 0 0,0 0-1 0 0,1 0 0 0 0,-1 1 1 0 0,3-1-1 0 0,4 0 37 0 0,0 0 0 0 0,0-1 0 0 0,-1 1-1 0 0,15-4 1 0 0,-15 2-16 0 0,1 1-1 0 0,0 0 1 0 0,0 0-1 0 0,14 1 1 0 0,-9 1 91 0 0,24-2-1 0 0,-28 0-77 0 0,1 1 0 0 0,-1 0-1 0 0,0 0 1 0 0,18 4 0 0 0,-1 2-27 0 0,0-1 1 0 0,0 0 0 0 0,44 0-1 0 0,263-19 729 0 0,-208 7-702 0 0,-7 1-136 0 0,-61 4 66 0 0,-11 2 49 0 0,54 7 0 0 0,-49-3-16 0 0,114 5 14 0 0,18-10-145 0 0,-40-3 230 0 0,-5 3-128 0 0,-76-1 28 0 0,-25-1-4 0 0,0-1-1 0 0,0-2 0 0 0,43-13 0 0 0,-25 6 56 0 0,-41 11-83 0 0,-1 1-1 0 0,1 0 0 0 0,-1 1 0 0 0,1 0 0 0 0,-1 1 0 0 0,14 3 0 0 0,-8-1-63 0 0,36 0 0 0 0,14-8-7 0 0,37-1 100 0 0,-80 6 9 0 0,-1-2 0 0 0,1-1 0 0 0,-1-1 0 0 0,41-12 0 0 0,-53 12-16 0 0,14-5-21 0 0,0 2 1 0 0,1 1 0 0 0,0 1 0 0 0,45-2-1 0 0,168 2-107 0 0,-163 1 223 0 0,-49 1-41 0 0,50 3-1 0 0,28 5-19 0 0,-50-4-43 0 0,59 10 0 0 0,-81-7 21 0 0,44 0-1 0 0,-47-4-75 0 0,57 9-1 0 0,-81-8 830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13:34.706"/>
    </inkml:context>
    <inkml:brush xml:id="br0">
      <inkml:brushProperty name="width" value="0.2" units="cm"/>
      <inkml:brushProperty name="height" value="0.4" units="cm"/>
      <inkml:brushProperty name="color" value="#00B44B"/>
      <inkml:brushProperty name="tip" value="rectangle"/>
      <inkml:brushProperty name="rasterOp" value="maskPen"/>
    </inkml:brush>
  </inkml:definitions>
  <inkml:trace contextRef="#ctx0" brushRef="#br0">51 169 88 0 0,'-5'-4'4944'0'0,"-1"-3"-4503"0"0,-18-14 2284 0 0,24 21-2632 0 0,0-1-1 0 0,0 1 1 0 0,-1-1-1 0 0,1 1 1 0 0,0-1-1 0 0,-3-2 556 0 0,3 3-556 0 0,-1 0 1 0 0,1-1-1 0 0,-1 1 1 0 0,0-1-1 0 0,0 1-21 0 0,1 0 0 0 0,-1-1 0 0 0,0 1 0 0 0,1-1 0 0 0,-1 1 0 0 0,1-1 0 0 0,-1 1 0 0 0,1-1 0 0 0,-1 1 0 0 0,1-1 0 0 0,-1 1 0 0 0,1-1 0 0 0,0 0 0 0 0,-1 0 0 0 0,1 0-8 0 0,0 0 0 0 0,0 0 0 0 0,0 0 1 0 0,0 1-1 0 0,0-1 0 0 0,1 0 1 0 0,-1 0-1 0 0,0 0 0 0 0,1 1 0 0 0,-1-1 1 0 0,0 0-1 0 0,1 0 0 0 0,-1 1 0 0 0,1-1 1 0 0,-1 0-1 0 0,1 1 0 0 0,-1-1 1 0 0,1 1-1 0 0,0-1 0 0 0,-1 1 0 0 0,1-1 1 0 0,0 1-1 0 0,-1-1 0 0 0,1 1 0 0 0,0 0 1 0 0,0-1-1 0 0,-1 1 0 0 0,1 0 0 0 0,0-1 1 0 0,1 1-1 0 0,31-8 524 0 0,-27 7-534 0 0,64-12 398 0 0,136-32 311 0 0,-171 36-686 0 0,0 1-1 0 0,0 1 1 0 0,1 2-1 0 0,0 1 1 0 0,60 3 0 0 0,-45 4-3 0 0,-1 2 0 0 0,63 14 1 0 0,332 70-530 0 0,-404-84 142 0 0,0-2 0 0 0,47-3 0 0 0,80-12-1528 0 0,-90 5-176 0 0,-32 5-770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3T14:13:37.050"/>
    </inkml:context>
    <inkml:brush xml:id="br0">
      <inkml:brushProperty name="width" value="0.2" units="cm"/>
      <inkml:brushProperty name="height" value="0.4" units="cm"/>
      <inkml:brushProperty name="color" value="#00B44B"/>
      <inkml:brushProperty name="tip" value="rectangle"/>
      <inkml:brushProperty name="rasterOp" value="maskPen"/>
    </inkml:brush>
  </inkml:definitions>
  <inkml:trace contextRef="#ctx0" brushRef="#br0">1280 211 88 0 0,'0'0'16'0'0,"4"-3"-8"0"0,6-2-5 0 0,-1-1 0 0 0,1 0-1 0 0,1 1 1 0 0,-1 1-1 0 0,20-7 1 0 0,10 2-3 0 0,-23 4 0 0 0,37-4 0 0 0,10 3 2497 0 0,113-25-1 0 0,-162 26-1174 0 0,1-1 0 0 0,-1 0 0 0 0,16-9 0 0 0,-30 15-1236 0 0,0 0-1 0 0,-1-1 0 0 0,1 1 1 0 0,0-1-1 0 0,-1 1 1 0 0,1-1-1 0 0,0 1 1 0 0,-1-1-1 0 0,1 0 1 0 0,-1 1-1 0 0,1-1 1 0 0,-1 0-1 0 0,1 1 1 0 0,-1-1-1 0 0,1 0 1 0 0,-1 0-1 0 0,0 0 1 0 0,1 1-1 0 0,-1-1 1 0 0,0 0-1 0 0,0 0 1 0 0,0 0-1 0 0,1 1 1 0 0,-1-1-1 0 0,0 0 1 0 0,0 0-1 0 0,0 0 1 0 0,0 0-1 0 0,-1 0 1 0 0,1 1-1 0 0,0-1 1 0 0,0 0-1 0 0,0 0 1 0 0,-1 0-1 0 0,1 0 1 0 0,0 1-1 0 0,-1-1 1 0 0,1 0-1 0 0,-1 0 1 0 0,0-1-45 0 0,0 0 1 0 0,-1 0 0 0 0,1 0 0 0 0,-1 0-1 0 0,1 0 1 0 0,-1 1 0 0 0,1-1 0 0 0,-1 0 0 0 0,0 1-1 0 0,0-1 1 0 0,0 1 0 0 0,-3-2 0 0 0,-3 1 4 0 0,1 0 0 0 0,-1 0 0 0 0,0 1 1 0 0,0 0-1 0 0,1 0 0 0 0,-9 1 1 0 0,-49 4 20 0 0,48-3-44 0 0,-194 7 57 0 0,84-6-12 0 0,72-1 122 0 0,-87-1 323 0 0,95 0-325 0 0,-48-3 59 0 0,77 1-242 0 0,10 0-24 0 0,-1 1-1 0 0,1 0 1 0 0,0 1 0 0 0,-1-1 0 0 0,1 2-1 0 0,-1-1 1 0 0,1 1 0 0 0,-13 3 0 0 0,20-3-191 0 0,12 2-187 0 0,73 2 19 0 0,134-7 1 0 0,-143-1 133 0 0,38-3-207 0 0,87 0-207 0 0,0 1 316 0 0,8 0 391 0 0,-117 8-2 0 0,79 0 292 0 0,-144-5 7 0 0,0 0 0 0 0,36-10 0 0 0,-61 12-302 0 0,-13 2-84 0 0,-40 2-199 0 0,-57-2 0 0 0,29-2 35 0 0,-15 4-20 0 0,-53 1-57 0 0,-242 9-106 0 0,295-9 366 0 0,-122 2 140 0 0,85-4 1 0 0,-51-6 56 0 0,19 0 24 0 0,92 8-180 0 0,51-2 4 0 0,-1-2 0 0 0,0 0 0 0 0,-25-3 0 0 0,43 2-30 0 0,1-1 0 0 0,-1 0 0 0 0,0 0 1 0 0,1 0-1 0 0,-1-1 0 0 0,-6-2 1 0 0,-7-4-86 0 0,9 5 56 0 0,1 1 1 0 0,-1 0 0 0 0,1 1-1 0 0,-1-1 1 0 0,0 2-1 0 0,0-1 1 0 0,-10 1-1 0 0,9 0 65 0 0,-1 0 0 0 0,1 0 0 0 0,0-1 1 0 0,-11-3-1 0 0,-1 0-30 0 0,-1 0 1 0 0,0 2 0 0 0,0 0 0 0 0,0 2 0 0 0,-35 3 0 0 0,45-2 17 0 0,-1 1 1 0 0,1 0 0 0 0,-22 7-1 0 0,29-8-9 0 0,0 1 1 0 0,0 1-1 0 0,0-1 0 0 0,0 1 0 0 0,0 0 1 0 0,1 0-1 0 0,-1 0 0 0 0,1 1 0 0 0,0 0 1 0 0,-6 5-1 0 0,10-9-7 0 0,0 0-1 0 0,0 0 1 0 0,0 0-1 0 0,0 1 1 0 0,0-1 0 0 0,0 0-1 0 0,0 0 1 0 0,0 0-1 0 0,0 0 1 0 0,0 0 0 0 0,0 0-1 0 0,0 0 1 0 0,0 0-1 0 0,0 0 1 0 0,0 0 0 0 0,0 0-1 0 0,0 0 1 0 0,0 1-1 0 0,0-1 1 0 0,0 0 0 0 0,0 0-1 0 0,0 0 1 0 0,0 0-1 0 0,0 0 1 0 0,0 0 0 0 0,0 0-1 0 0,0 0 1 0 0,0 0-1 0 0,0 0 1 0 0,0 0 0 0 0,0 1-1 0 0,0-1 1 0 0,0 0-1 0 0,0 0 1 0 0,0 0 0 0 0,0 0-1 0 0,0 0 1 0 0,0 0-1 0 0,0 0 1 0 0,0 0 0 0 0,0 0-1 0 0,0 0 1 0 0,0 0-1 0 0,0 0 1 0 0,0 0 0 0 0,0 0-1 0 0,1 0 1 0 0,-1 0-1 0 0,0 0 1 0 0,0 0 0 0 0,0 1-1 0 0,0-1 1 0 0,0 0-1 0 0,0 0 1 0 0,0 0 0 0 0,0 0-1 0 0,0 0 1 0 0,0 0-1 0 0,1 0 1 0 0,2 2 20 0 0,0-1-1 0 0,1 1 1 0 0,0 0 0 0 0,-1-1-1 0 0,1 0 1 0 0,0 1 0 0 0,0-2 0 0 0,4 2-1 0 0,37 1 105 0 0,-24-1-63 0 0,440-6 305 0 0,-247-4-256 0 0,-24 1-83 0 0,174 0 14 0 0,-308 9-36 0 0,688-5 34 0 0,-295-3 119 0 0,-328 7-160 0 0,171 12 135 0 0,-155-4-214 0 0,-113-8 51 0 0,1 0-13 0 0,-1 1-1 0 0,39 8 1 0 0,-62-10 128 0 0,-18 8-31 0 0,-23 4-6150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6:40.138"/>
    </inkml:context>
    <inkml:brush xml:id="br0">
      <inkml:brushProperty name="width" value="0.035" units="cm"/>
      <inkml:brushProperty name="height" value="0.035" units="cm"/>
      <inkml:brushProperty name="color" value="#CC0066"/>
    </inkml:brush>
  </inkml:definitions>
  <inkml:trace contextRef="#ctx0" brushRef="#br0">67 644 88 0 0,'0'0'8194'0'0,"0"-4"-7459"0"0,0 2-652 0 0,1-5 156 0 0,-1 1 0 0 0,-1 0 0 0 0,1-1 0 0 0,-1 1 0 0 0,0 0 1 0 0,0-1-1 0 0,-5-10 0 0 0,-4-1-117 0 0,1-1-1 0 0,0 0 1 0 0,2-1-1 0 0,0 0 1 0 0,-6-29-1 0 0,11 37-123 0 0,2 12 4 0 0,0-1 0 0 0,0 1-1 0 0,0-1 1 0 0,-1 1 0 0 0,1-1-1 0 0,0 0 1 0 0,0 1 0 0 0,0-1 0 0 0,1 1-1 0 0,-1-1 1 0 0,0 1 0 0 0,0-1-1 0 0,0 0 1 0 0,0 1 0 0 0,0-1 0 0 0,1 1-1 0 0,-1-1 1 0 0,0 1 0 0 0,0-1-1 0 0,1 1 1 0 0,-1-1 0 0 0,1 1-1 0 0,-1 0 1 0 0,0-1 0 0 0,1 1 0 0 0,0-1-1 0 0,10-2 22 0 0,1 0-1 0 0,0 0 0 0 0,0 1 1 0 0,20 0-1 0 0,50 5 391 0 0,14-1 121 0 0,26-17 91 0 0,-34 2-335 0 0,27 3-9 0 0,106-15 207 0 0,287-64 303 0 0,-281 61-808 0 0,17-3-272 0 0,-117 6 148 0 0,121-18-78 0 0,242-8-107 0 0,-121 15 150 0 0,-212 23 218 0 0,124 5 119 0 0,-79 5-986 0 0,-141 0 414 0 0,6-1-209 0 0,82 6-1 0 0,-120 1 399 0 0,48 9-1 0 0,-58-8 302 0 0,1-1 0 0 0,26 1 0 0 0,24 2 829 0 0,-65-5-846 0 0,2 1 51 0 0,0-1 1 0 0,1 0 0 0 0,-1 0 0 0 0,15-2 0 0 0,-2 3 190 0 0,-18-1-285 0 0,0-1 1 0 0,1 0-1 0 0,-1 1 0 0 0,0-1 1 0 0,1 0-1 0 0,-1 0 1 0 0,1 0-1 0 0,2-1 1 0 0,36-11 646 0 0,-26 0 297 0 0,-14 12-503 0 0,0 20-286 0 0,6 37 0 0 0,-1-18-125 0 0,21 134 215 0 0,-20-142-295 0 0,1 0 0 0 0,2-1 0 0 0,22 49 0 0 0,0-17-682 0 0,8 18-1912 0 0,-18-27-2071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6:48.361"/>
    </inkml:context>
    <inkml:brush xml:id="br0">
      <inkml:brushProperty name="width" value="0.035" units="cm"/>
      <inkml:brushProperty name="height" value="0.035" units="cm"/>
      <inkml:brushProperty name="color" value="#CC0066"/>
    </inkml:brush>
  </inkml:definitions>
  <inkml:trace contextRef="#ctx0" brushRef="#br0">0 369 88 0 0,'0'0'5384'0'0,"5"-1"-4119"0"0,13-4-441 0 0,-16 4-712 0 0,-1 0 0 0 0,1 0-1 0 0,0 0 1 0 0,-1 0 0 0 0,1 0-1 0 0,-1-1 1 0 0,1 1 0 0 0,-1-1 0 0 0,0 1-1 0 0,1-1 1 0 0,-1 1 0 0 0,0-1-1 0 0,0 1 1 0 0,0-1 0 0 0,0 0 0 0 0,-1 0-1 0 0,1 0 1 0 0,0 0 0 0 0,-1 1-1 0 0,1-1 1 0 0,-1-2 0 0 0,2-3 113 0 0,0 4-143 0 0,-2 0 0 0 0,1 0 1 0 0,0 0-1 0 0,0 0 0 0 0,-1 0 1 0 0,0 0-1 0 0,1 0 0 0 0,-1 0 1 0 0,0 0-1 0 0,-1 0 0 0 0,1 0 1 0 0,0 0-1 0 0,-1 0 0 0 0,0 0 1 0 0,-1-4-1 0 0,0-2-14 0 0,0 0 0 0 0,1 0-1 0 0,1 0 1 0 0,-1 0 0 0 0,1 0 0 0 0,1 0 0 0 0,-1 0 0 0 0,2 0-1 0 0,-1 0 1 0 0,1 0 0 0 0,5-14 0 0 0,-3 13-23 0 0,1 0 1 0 0,-1 0-1 0 0,2 0 1 0 0,-1 0 0 0 0,1 1-1 0 0,1 0 1 0 0,-1 0-1 0 0,2 1 1 0 0,8-8-1 0 0,-10 11-18 0 0,0 0 0 0 0,0 0 0 0 0,1 1 0 0 0,0 0 0 0 0,0 1 0 0 0,0-1-1 0 0,0 1 1 0 0,0 1 0 0 0,1-1 0 0 0,-1 1 0 0 0,1 1 0 0 0,0-1 0 0 0,13 0 0 0 0,-18 2-13 0 0,1 0 0 0 0,-1 0 0 0 0,1 0 0 0 0,0 1 0 0 0,-1-1 0 0 0,1 1 0 0 0,0 0 0 0 0,-1 0 0 0 0,0 0 0 0 0,1 0 0 0 0,-1 1 0 0 0,1-1 0 0 0,-1 1 0 0 0,0 0 0 0 0,0 0 0 0 0,0 0 0 0 0,0 1 0 0 0,-1-1 0 0 0,1 1 0 0 0,0-1 0 0 0,-1 1 0 0 0,0 0 0 0 0,0 0 0 0 0,0 0 0 0 0,0 0 0 0 0,0 0 0 0 0,0 0 0 0 0,-1 1 0 0 0,0-1 0 0 0,2 7 0 0 0,1 12-23 0 0,-1 1 1 0 0,-1-1-1 0 0,-1 1 0 0 0,-1 0 1 0 0,-4 35-1 0 0,3-53 18 0 0,0 0-1 0 0,0 1 1 0 0,-1-1 0 0 0,1 0-1 0 0,-1 1 1 0 0,0-1 0 0 0,-1 0-1 0 0,1-1 1 0 0,-1 1 0 0 0,0 0-1 0 0,-6 7 1 0 0,0-2 78 0 0,-1-1-1 0 0,1 0 1 0 0,-19 13 0 0 0,21-18-34 0 0,0 0 0 0 0,-1-1 0 0 0,0 0 1 0 0,1 0-1 0 0,-1-1 0 0 0,0 0 1 0 0,-13 1-1 0 0,13-1-13 0 0,2-1 34 0 0,0 0 0 0 0,-1-1-1 0 0,1 1 1 0 0,0-1-1 0 0,0-1 1 0 0,-1 1 0 0 0,1-1-1 0 0,0 0 1 0 0,0 0 0 0 0,0-1-1 0 0,0 0 1 0 0,0 0 0 0 0,0 0-1 0 0,0-1 1 0 0,1 0 0 0 0,-10-6-1 0 0,15 8-68 0 0,-1 1 0 0 0,0-1-1 0 0,0 0 1 0 0,0 0 0 0 0,1 0 0 0 0,-1 0-1 0 0,0 0 1 0 0,1 0 0 0 0,-1 0 0 0 0,1 0-1 0 0,-1 0 1 0 0,1 0 0 0 0,0-1 0 0 0,-1 1 0 0 0,1 0-1 0 0,0 0 1 0 0,0 0 0 0 0,0-2 0 0 0,3-21-232 0 0,-2 20 189 0 0,5-20-620 0 0,1-1 1 0 0,1 1 0 0 0,1 1 0 0 0,13-25 0 0 0,27-36-5369 0 0,-45 78 1410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6:48.951"/>
    </inkml:context>
    <inkml:brush xml:id="br0">
      <inkml:brushProperty name="width" value="0.035" units="cm"/>
      <inkml:brushProperty name="height" value="0.035" units="cm"/>
      <inkml:brushProperty name="color" value="#CC0066"/>
    </inkml:brush>
  </inkml:definitions>
  <inkml:trace contextRef="#ctx0" brushRef="#br0">12 49 6224 0 0,'0'0'5522'0'0,"0"-4"-5274"0"0,0-40 514 0 0,-11 44-361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6:49.899"/>
    </inkml:context>
    <inkml:brush xml:id="br0">
      <inkml:brushProperty name="width" value="0.035" units="cm"/>
      <inkml:brushProperty name="height" value="0.035" units="cm"/>
      <inkml:brushProperty name="color" value="#CC0066"/>
    </inkml:brush>
  </inkml:definitions>
  <inkml:trace contextRef="#ctx0" brushRef="#br0">39 253 2800 0 0,'0'0'1064'0'0,"2"-5"-108"0"0,9-23 998 0 0,2 1-1 0 0,31-50 1 0 0,-28 57-1661 0 0,0 0 0 0 0,27-24 0 0 0,-38 38-263 0 0,-1 4-12 0 0,-1-1 0 0 0,1 0 0 0 0,-1 1 0 0 0,1 0 0 0 0,0 0-1 0 0,0 0 1 0 0,0 0 0 0 0,0 1 0 0 0,0-1 0 0 0,0 1 0 0 0,8-1 0 0 0,-11 2-11 0 0,1-1 1 0 0,0 1 0 0 0,0 0 0 0 0,-1 0 0 0 0,1 0 0 0 0,0 0 0 0 0,0 0-1 0 0,-1 0 1 0 0,1 0 0 0 0,0 1 0 0 0,0-1 0 0 0,-1 1 0 0 0,1-1-1 0 0,0 1 1 0 0,-1-1 0 0 0,1 1 0 0 0,-1 0 0 0 0,1 0 0 0 0,-1 0-1 0 0,1 0 1 0 0,-1 0 0 0 0,1 0 0 0 0,-1 0 0 0 0,0 1 0 0 0,0-1-1 0 0,0 0 1 0 0,0 1 0 0 0,0-1 0 0 0,0 1 0 0 0,1 1 0 0 0,2 10 25 0 0,-1 0 0 0 0,0 0-1 0 0,-1 0 1 0 0,1 25 0 0 0,2 15 140 0 0,-4-46-112 0 0,-1 0-1 0 0,0 0 1 0 0,0 0-1 0 0,-1 0 1 0 0,0 1 0 0 0,0-2-1 0 0,-1 1 1 0 0,1 0-1 0 0,-1 0 1 0 0,-1 0-1 0 0,0-1 1 0 0,1 1 0 0 0,-8 9-1 0 0,5-7 61 0 0,-1 0 0 0 0,0-1 0 0 0,-1 0 0 0 0,1 0 0 0 0,-2-1-1 0 0,1 1 1 0 0,-1-1 0 0 0,-15 9 0 0 0,19-14-62 0 0,0 0 0 0 0,0 0 0 0 0,0 0 0 0 0,0-1 0 0 0,0 0 1 0 0,-1 0-1 0 0,1 0 0 0 0,-1-1 0 0 0,1 1 0 0 0,-1-1 0 0 0,1 0 0 0 0,-1 0 0 0 0,1 0 1 0 0,0-1-1 0 0,-1 0 0 0 0,-4-1 0 0 0,-6-2-43 0 0,1-1 1 0 0,0 0-1 0 0,-17-10 1 0 0,26 13-20 0 0,-1 0 1 0 0,1-1-1 0 0,1 0 1 0 0,-1 0-1 0 0,0-1 1 0 0,1 1-1 0 0,-6-6 1 0 0,9 7-35 0 0,-1 0 0 0 0,1 0 1 0 0,0 0-1 0 0,0 0 0 0 0,0-1 1 0 0,0 1-1 0 0,0 0 0 0 0,0-1 1 0 0,0 1-1 0 0,1 0 0 0 0,-1-1 1 0 0,1 1-1 0 0,0-1 0 0 0,-1 1 1 0 0,1-1-1 0 0,0 1 0 0 0,1-1 1 0 0,-1 1-1 0 0,1-4 0 0 0,1-5-605 0 0,0 0-1 0 0,0-1 1 0 0,1 1-1 0 0,1 1 1 0 0,0-1-1 0 0,1 0 0 0 0,0 1 1 0 0,0 0-1 0 0,1 0 1 0 0,0 1-1 0 0,14-17 1 0 0,2 5-2662 0 0,-18 17 544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6:50.975"/>
    </inkml:context>
    <inkml:brush xml:id="br0">
      <inkml:brushProperty name="width" value="0.035" units="cm"/>
      <inkml:brushProperty name="height" value="0.035" units="cm"/>
      <inkml:brushProperty name="color" value="#CC0066"/>
    </inkml:brush>
  </inkml:definitions>
  <inkml:trace contextRef="#ctx0" brushRef="#br0">85 242 4960 0 0,'0'0'6382'0'0,"-5"-2"-5987"0"0,-3-2-268 0 0,0-1 1 0 0,1 0-1 0 0,0 0 0 0 0,0 0 1 0 0,0-1-1 0 0,-7-7 0 0 0,12 10-103 0 0,0 1-1 0 0,-1-1 0 0 0,1 0 0 0 0,0-1 1 0 0,0 1-1 0 0,1 0 0 0 0,-1 0 0 0 0,-1-6 0 0 0,2 7-41 0 0,1 0 0 0 0,-1 0 1 0 0,1 0-1 0 0,0 0 0 0 0,0 0 0 0 0,0 0 0 0 0,0 0 0 0 0,0 0 0 0 0,0 0 0 0 0,1 0 0 0 0,-1 1 0 0 0,1-1 0 0 0,-1 0 0 0 0,1 0 0 0 0,0 0 0 0 0,0 0 0 0 0,1-2 0 0 0,5-5-54 0 0,-1 0 0 0 0,2 1 0 0 0,-1 0-1 0 0,1 0 1 0 0,0 0 0 0 0,1 1 0 0 0,0 1-1 0 0,0-1 1 0 0,0 1 0 0 0,1 1 0 0 0,0 0-1 0 0,0 0 1 0 0,0 1 0 0 0,1 0 0 0 0,0 1 0 0 0,20-4-1 0 0,0 0-212 0 0,15-2-133 0 0,-42 8 410 0 0,0 1-1 0 0,0 0 1 0 0,0 0-1 0 0,0 0 0 0 0,0 0 1 0 0,-1 1-1 0 0,1-1 0 0 0,0 1 1 0 0,4 2-1 0 0,-6-2 3 0 0,-1 0 1 0 0,0 0-1 0 0,0 0 1 0 0,0 0-1 0 0,0 1 0 0 0,-1-1 1 0 0,1 0-1 0 0,0 1 1 0 0,0-1-1 0 0,-1 1 0 0 0,1-1 1 0 0,-1 1-1 0 0,1-1 1 0 0,-1 1-1 0 0,0-1 0 0 0,1 1 1 0 0,-1-1-1 0 0,0 1 1 0 0,0 2-1 0 0,-1 11-48 0 0,-1 0 0 0 0,-7 28 0 0 0,5-24 41 0 0,-4 10 69 0 0,0-1 0 0 0,-2 0 0 0 0,-1 0 0 0 0,-18 32 0 0 0,1-11 105 0 0,-44 59 1 0 0,63-98-42 0 0,0 1 0 0 0,-1-1 0 0 0,0 0-1 0 0,0-1 1 0 0,-1 0 0 0 0,0-1 0 0 0,-1 0 0 0 0,-19 9 0 0 0,30-16 26 0 0,8-2-79 0 0,66-26-91 0 0,-72 27 25 0 0,63-14 110 0 0,-57 13 32 0 0,1 1 1 0 0,-1-1-1 0 0,1 1 1 0 0,-1 0-1 0 0,1 1 0 0 0,12 2 1 0 0,-8 0 54 0 0,-1-1 0 0 0,24 1 1 0 0,-34-3-286 0 0,1 0 0 0 0,0-1 0 0 0,-1 1 1 0 0,1 0-1 0 0,-1-1 0 0 0,1 1 0 0 0,-1-1 1 0 0,0 1-1 0 0,1-1 0 0 0,-1 0 0 0 0,2-1 1 0 0,-2 2-113 0 0,-1 0 0 0 0,1-1 0 0 0,-1 1 0 0 0,1 0 0 0 0,-1-1-1 0 0,1 1 1 0 0,-1-1 0 0 0,0 1 0 0 0,1 0 0 0 0,-1-1 0 0 0,0 1 0 0 0,1-1 0 0 0,-1 1 0 0 0,0-1 0 0 0,1 1 0 0 0,-1-1 0 0 0,0 1 0 0 0,0-1 0 0 0,0 1 0 0 0,0-1 0 0 0,0 0 0 0 0,1 1 0 0 0,-1-1 0 0 0,0 1 0 0 0,0-1 0 0 0,0 1 0 0 0,0-1-1 0 0,-1-1 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6:54.816"/>
    </inkml:context>
    <inkml:brush xml:id="br0">
      <inkml:brushProperty name="width" value="0.035" units="cm"/>
      <inkml:brushProperty name="height" value="0.035" units="cm"/>
      <inkml:brushProperty name="color" value="#CC0066"/>
    </inkml:brush>
  </inkml:definitions>
  <inkml:trace contextRef="#ctx0" brushRef="#br0">322 174 4328 0 0,'0'0'6200'0'0,"-4"-4"-5584"0"0,-37-22 996 0 0,36 22-1495 0 0,0 0 0 0 0,1 0 0 0 0,0 0 0 0 0,-1 0 1 0 0,1 0-1 0 0,1-1 0 0 0,-1 0 0 0 0,1 0 0 0 0,-1 0 1 0 0,2 0-1 0 0,-1 0 0 0 0,0-1 0 0 0,1 1 0 0 0,0-1 1 0 0,0 0-1 0 0,1 1 0 0 0,0-1 0 0 0,0 0 0 0 0,0 0 1 0 0,0-7-1 0 0,1 12-119 0 0,1 0 0 0 0,-1 0 0 0 0,0 0 0 0 0,0 0 0 0 0,1 1 0 0 0,-1-1 0 0 0,1 0 0 0 0,-1 0 0 0 0,1 0 0 0 0,-1 1 0 0 0,1-1 0 0 0,-1 0 0 0 0,1 1 0 0 0,-1-1 0 0 0,1 0 0 0 0,0 1 0 0 0,0-1 0 0 0,-1 1 0 0 0,1-1 0 0 0,0 1 1 0 0,0-1-1 0 0,1 0 0 0 0,20-7-110 0 0,-20 7 112 0 0,22-3 81 0 0,-23 4-76 0 0,-1 0 0 0 0,1 0 1 0 0,-1-1-1 0 0,1 1 1 0 0,0 0-1 0 0,-1 0 0 0 0,1 1 1 0 0,-1-1-1 0 0,1 0 1 0 0,-1 0-1 0 0,1 0 0 0 0,0 0 1 0 0,-1 0-1 0 0,1 1 1 0 0,-1-1-1 0 0,1 0 1 0 0,-1 0-1 0 0,1 1 0 0 0,-1-1 1 0 0,1 0-1 0 0,-1 1 1 0 0,0-1-1 0 0,1 1 0 0 0,-1-1 1 0 0,1 0-1 0 0,-1 1 1 0 0,0-1-1 0 0,1 1 0 0 0,-1-1 1 0 0,0 1-1 0 0,0-1 1 0 0,1 1-1 0 0,-1-1 0 0 0,0 1 1 0 0,0 0-1 0 0,0-1 1 0 0,0 1-1 0 0,0-1 0 0 0,1 1 1 0 0,-7 76 104 0 0,0 1 148 0 0,7-53-278 0 0,-1-7-12 0 0,0 1 0 0 0,-1-1 1 0 0,0 1-1 0 0,-6 23 1 0 0,5-37 33 0 0,1 0 1 0 0,-1 0-1 0 0,0 0 1 0 0,0-1-1 0 0,0 1 1 0 0,-1-1-1 0 0,1 1 1 0 0,-1-1-1 0 0,0 0 1 0 0,0 0-1 0 0,-1 0 1 0 0,1 0-1 0 0,-1-1 1 0 0,0 0-1 0 0,0 1 1 0 0,0-1-1 0 0,0-1 1 0 0,-1 1-1 0 0,1-1 1 0 0,-8 4 0 0 0,-4-1 26 0 0,0 0 1 0 0,0-2 0 0 0,-1 1 0 0 0,-25 0 0 0 0,38-3 3 0 0,-1-1 0 0 0,1 0 1 0 0,0-1-1 0 0,0 1 0 0 0,0-1 0 0 0,-1 0 1 0 0,1 0-1 0 0,0 0 0 0 0,0 0 0 0 0,0-1 0 0 0,0 1 1 0 0,1-1-1 0 0,-1 0 0 0 0,0-1 0 0 0,-4-2 1 0 0,5 2-27 0 0,1 1 0 0 0,0-1 0 0 0,0 1 0 0 0,0-1 0 0 0,0 1 0 0 0,0-1 0 0 0,0 0 1 0 0,1 0-1 0 0,-1 0 0 0 0,1 0 0 0 0,0 0 0 0 0,0 0 0 0 0,0-1 0 0 0,0 1 0 0 0,1 0 1 0 0,-1-1-1 0 0,1 1 0 0 0,0 0 0 0 0,0-1 0 0 0,0-3 0 0 0,2-3-34 0 0,-1 0-1 0 0,2 0 0 0 0,-1 1 1 0 0,1-1-1 0 0,1 1 1 0 0,6-14-1 0 0,2 1-211 0 0,20-29-1 0 0,-22 37-515 0 0,1 1-1 0 0,1 0 0 0 0,0 1 1 0 0,1 1-1 0 0,0 0 1 0 0,28-18-1 0 0,-35 25-6809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6:55.860"/>
    </inkml:context>
    <inkml:brush xml:id="br0">
      <inkml:brushProperty name="width" value="0.035" units="cm"/>
      <inkml:brushProperty name="height" value="0.035" units="cm"/>
      <inkml:brushProperty name="color" value="#CC0066"/>
    </inkml:brush>
  </inkml:definitions>
  <inkml:trace contextRef="#ctx0" brushRef="#br0">337 185 8400 0 0,'0'0'3114'0'0,"2"-4"-2674"0"0,0 2-392 0 0,-1-1-1 0 0,-1 1 1 0 0,1 0-1 0 0,0 0 0 0 0,0-1 1 0 0,-1 1-1 0 0,1 0 1 0 0,-1-1-1 0 0,0 1 0 0 0,0 0 1 0 0,0-1-1 0 0,0 1 1 0 0,0 0-1 0 0,0-1 0 0 0,-1 1 1 0 0,1 0-1 0 0,-2-4 1 0 0,-3-14 244 0 0,4 14-217 0 0,-1 1-1 0 0,1-1 1 0 0,-1 1-1 0 0,0-1 0 0 0,0 1 1 0 0,-1 0-1 0 0,1 0 0 0 0,-1 0 1 0 0,0 0-1 0 0,-1 0 1 0 0,-5-6-1 0 0,2 5-47 0 0,1 0-8 0 0,-1 0 0 0 0,0 0 0 0 0,0 1 0 0 0,-10-6 0 0 0,15 10-16 0 0,0 0 0 0 0,0 0 1 0 0,0 1-1 0 0,0-1 1 0 0,-1 0-1 0 0,1 1 1 0 0,0-1-1 0 0,0 1 1 0 0,0 0-1 0 0,-1 0 0 0 0,1 0 1 0 0,0 0-1 0 0,-1 0 1 0 0,1 0-1 0 0,0 1 1 0 0,0-1-1 0 0,0 1 0 0 0,-1 0 1 0 0,1-1-1 0 0,0 1 1 0 0,-3 2-1 0 0,-8 5-33 0 0,2 0 1 0 0,-1 1-1 0 0,1 0 0 0 0,1 1 0 0 0,-18 20 0 0 0,-40 61 20 0 0,62-81 16 0 0,0 1-1 0 0,0-1 1 0 0,0 1 0 0 0,2 1-1 0 0,-1-1 1 0 0,2 1 0 0 0,-1-1-1 0 0,1 1 1 0 0,1 0 0 0 0,-2 24 0 0 0,5-36 2 0 0,-1 1 0 0 0,0-1 0 0 0,0 1 1 0 0,0-1-1 0 0,0 0 0 0 0,0 1 1 0 0,0-1-1 0 0,0 1 0 0 0,1-1 0 0 0,-1 0 1 0 0,0 1-1 0 0,0-1 0 0 0,0 0 0 0 0,1 1 1 0 0,-1-1-1 0 0,0 0 0 0 0,1 1 1 0 0,-1-1-1 0 0,0 0 0 0 0,0 0 0 0 0,1 1 1 0 0,-1-1-1 0 0,1 0 0 0 0,-1 0 1 0 0,0 0-1 0 0,1 1 0 0 0,-1-1 0 0 0,1 0 1 0 0,-1 0-1 0 0,0 0 0 0 0,1 0 1 0 0,-1 0-1 0 0,1 0 0 0 0,-1 0 0 0 0,0 0 1 0 0,1 0-1 0 0,-1 0 0 0 0,1 0 0 0 0,0 0 1 0 0,16-4 36 0 0,-7-1-56 0 0,-1-1 0 0 0,0 0 1 0 0,0 0-1 0 0,14-13 1 0 0,5-3 64 0 0,-15 13-142 0 0,0-1 1 0 0,0 0-1 0 0,-1 0 1 0 0,0-2-1 0 0,-1 1 1 0 0,0-2-1 0 0,12-17 1 0 0,-18 22 72 0 0,-4 6 70 0 0,0 1 1 0 0,0-1-1 0 0,0 0 1 0 0,0 1 0 0 0,0-1-1 0 0,0 0 1 0 0,0 1 0 0 0,-1-1-1 0 0,1 0 1 0 0,-1 0 0 0 0,1 0-1 0 0,-1-3 1 0 0,0 4 928 0 0,-1 3-937 0 0,0 0-1 0 0,-1 0 1 0 0,1 0 0 0 0,0 0 0 0 0,1 0 0 0 0,-1 0-1 0 0,0 0 1 0 0,1 1 0 0 0,-1 2 0 0 0,0 0 28 0 0,-8 34 260 0 0,-4 48 1 0 0,-7 34 38 0 0,17-107-447 0 0,1 1 0 0 0,1-1 0 0 0,0 15 0 0 0,-2 22-6100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6:58.088"/>
    </inkml:context>
    <inkml:brush xml:id="br0">
      <inkml:brushProperty name="width" value="0.035" units="cm"/>
      <inkml:brushProperty name="height" value="0.035" units="cm"/>
      <inkml:brushProperty name="color" value="#CC0066"/>
    </inkml:brush>
  </inkml:definitions>
  <inkml:trace contextRef="#ctx0" brushRef="#br0">704 93 88 0 0,'0'0'444'0'0,"-4"-4"1705"0"0,-6-6-1113 0 0,-1 0-1 0 0,1 2 1 0 0,-1-1 0 0 0,-1 1-1 0 0,0 1 1 0 0,-16-8-1 0 0,17 11-821 0 0,1 0 0 0 0,-1 0-1 0 0,0 2 1 0 0,0-1 0 0 0,0 1-1 0 0,0 1 1 0 0,-1 0-1 0 0,1 1 1 0 0,0 0 0 0 0,-1 0-1 0 0,1 1 1 0 0,0 1 0 0 0,0 0-1 0 0,0 1 1 0 0,0 0-1 0 0,0 0 1 0 0,0 1 0 0 0,1 0-1 0 0,0 1 1 0 0,0 1 0 0 0,-12 7-1 0 0,3 0-45 0 0,1 2-1 0 0,1-1 1 0 0,0 2 0 0 0,1 1-1 0 0,-15 19 1 0 0,-64 98 334 0 0,71-95-378 0 0,2 1-1 0 0,1 1 1 0 0,-18 52-1 0 0,31-70-99 0 0,0 1 1 0 0,2 0-1 0 0,1 0 1 0 0,1 0-1 0 0,1 1 1 0 0,1-1-1 0 0,2 41 0 0 0,1-57-72 0 0,0 1-1 0 0,0 0 0 0 0,1-1 0 0 0,0 1 0 0 0,1-1 0 0 0,0 0 0 0 0,0 1 1 0 0,0-1-1 0 0,1-1 0 0 0,0 1 0 0 0,1-1 0 0 0,0 1 0 0 0,0-1 0 0 0,0 0 0 0 0,1-1 1 0 0,0 0-1 0 0,1 0 0 0 0,-1 0 0 0 0,1 0 0 0 0,0-1 0 0 0,0 0 0 0 0,1-1 0 0 0,0 0 1 0 0,-1 0-1 0 0,18 5 0 0 0,4 0-2268 0 0,51 7-1 0 0,-71-15-5572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00.112"/>
    </inkml:context>
    <inkml:brush xml:id="br0">
      <inkml:brushProperty name="width" value="0.035" units="cm"/>
      <inkml:brushProperty name="height" value="0.035" units="cm"/>
      <inkml:brushProperty name="color" value="#CC0066"/>
    </inkml:brush>
  </inkml:definitions>
  <inkml:trace contextRef="#ctx0" brushRef="#br0">264 0 6312 0 0,'0'0'2894'0'0,"0"6"-2394"0"0,-2 21-45 0 0,-2-1 1 0 0,-10 40-1 0 0,4-25-274 0 0,1 3 34 0 0,4-15-115 0 0,-1 0 0 0 0,-1-1 1 0 0,-15 35-1 0 0,22-62-102 0 0,-1 0-1 0 0,1 0 1 0 0,-1 0 0 0 0,1 0 0 0 0,-1-1-1 0 0,1 1 1 0 0,-1 0 0 0 0,0 0 0 0 0,1 0-1 0 0,-1-1 1 0 0,0 1 0 0 0,1-1-1 0 0,-1 1 1 0 0,0 0 0 0 0,0-1 0 0 0,0 1-1 0 0,0-1 1 0 0,0 0 0 0 0,1 1 0 0 0,-1-1-1 0 0,0 0 1 0 0,0 1 0 0 0,-2-1-1 0 0,1 0 21 0 0,0 0-1 0 0,0 0 0 0 0,0 0 1 0 0,0-1-1 0 0,0 1 0 0 0,0-1 1 0 0,0 1-1 0 0,0-1 0 0 0,0 0 1 0 0,1 0-1 0 0,-3-1 0 0 0,-2-1 67 0 0,0-1 0 0 0,1 0 0 0 0,0 0-1 0 0,0-1 1 0 0,0 1 0 0 0,-5-7 0 0 0,2 0 6 0 0,1 0 1 0 0,0-1 0 0 0,1 1-1 0 0,-7-20 1 0 0,-16-54 202 0 0,7 16-183 0 0,21 69-106 0 0,1 0 1 0 0,0-1 0 0 0,0 1-1 0 0,0 0 1 0 0,0 0-1 0 0,0 0 1 0 0,0-1-1 0 0,0 1 1 0 0,0 0 0 0 0,0 0-1 0 0,0 0 1 0 0,0 0-1 0 0,0-1 1 0 0,0 1-1 0 0,0 0 1 0 0,0 0 0 0 0,0 0-1 0 0,0 0 1 0 0,0-1-1 0 0,0 1 1 0 0,0 0-1 0 0,0 0 1 0 0,0 0 0 0 0,0-1-1 0 0,1 1 1 0 0,-1 0-1 0 0,0 0 1 0 0,0 0-1 0 0,0 0 1 0 0,0 0-1 0 0,0 0 1 0 0,0-1 0 0 0,0 1-1 0 0,1 0 1 0 0,-1 0-1 0 0,0 0 1 0 0,10-1 75 0 0,17 7-55 0 0,-16-3-11 0 0,80 7-19 0 0,-69-9-4 0 0,1 1-1 0 0,0 1 1 0 0,37 11-1 0 0,-49-10 23 0 0,-1 0 0 0 0,1 1-1 0 0,-2 0 1 0 0,1 1 0 0 0,17 14 0 0 0,37 38 702 0 0,-63-56-417 0 0,-3-4-194 0 0,-10-11-87 0 0,0 1 1 0 0,0-2-1 0 0,2 1 1 0 0,-1-2-1 0 0,2 1 1 0 0,0-2-1 0 0,-8-17 1 0 0,12 21 26 0 0,0 0 1 0 0,-1 0 0 0 0,-1 0 0 0 0,0 1 0 0 0,-13-16 0 0 0,19 26-35 0 0,0 0 1 0 0,0 0 0 0 0,0 0-1 0 0,-1 0 1 0 0,1 1 0 0 0,0-1-1 0 0,0 0 1 0 0,-1 1 0 0 0,1-1-1 0 0,0 0 1 0 0,-1 1-1 0 0,1 0 1 0 0,-1-1 0 0 0,1 1-1 0 0,0 0 1 0 0,-1 0 0 0 0,1 0-1 0 0,-1 0 1 0 0,1 0 0 0 0,-1 0-1 0 0,1 0 1 0 0,-1 0-1 0 0,1 0 1 0 0,0 1 0 0 0,-1-1-1 0 0,1 1 1 0 0,-1-1 0 0 0,1 1-1 0 0,0-1 1 0 0,-1 1 0 0 0,1 0-1 0 0,-2 1 1 0 0,-1 1 11 0 0,1-1-1 0 0,0 1 1 0 0,0 0 0 0 0,0 0 0 0 0,0 0 0 0 0,0 0-1 0 0,0 0 1 0 0,1 1 0 0 0,0-1 0 0 0,-4 8 0 0 0,-5 15-25 0 0,2 1 0 0 0,1 0 0 0 0,0 0 0 0 0,2 1 0 0 0,2 0 1 0 0,0 0-1 0 0,2 1 0 0 0,1 28 0 0 0,2-45-49 0 0,-1-5 59 0 0,1-1-1 0 0,-1 0 0 0 0,0 1 1 0 0,-2 7-1 0 0,2-8 117 0 0,-1 3-47 0 0,1-9-77 0 0,0 0-1 0 0,0 0 1 0 0,-1 0-1 0 0,1 0 1 0 0,0 0-1 0 0,0 1 0 0 0,0-1 1 0 0,0 0-1 0 0,0 0 1 0 0,0 0-1 0 0,0 0 1 0 0,-1 0-1 0 0,1 0 1 0 0,0 0-1 0 0,0 0 1 0 0,0 0-1 0 0,0 1 1 0 0,0-1-1 0 0,-1 0 0 0 0,1 0 1 0 0,0 0-1 0 0,0 0 1 0 0,0 0-1 0 0,0 0 1 0 0,0 0-1 0 0,-1 0 1 0 0,1 0-1 0 0,0 0 1 0 0,0 0-1 0 0,0 0 0 0 0,0 0 1 0 0,-1 0-1 0 0,1 0 1 0 0,0 0-1 0 0,0-1 1 0 0,0 1-1 0 0,0 0 1 0 0,0 0-1 0 0,-1 0 1 0 0,1 0-1 0 0,0 0 1 0 0,0 0-1 0 0,0 0 0 0 0,0 0 1 0 0,0 0-1 0 0,-1-1 1 0 0,-6-10-65 0 0,2 3 28 0 0,-16-25 34 0 0,1 0 0 0 0,2-1 0 0 0,-20-52 0 0 0,36 81-3 0 0,-4-10 68 0 0,-6-25 0 0 0,11 36-70 0 0,1 0 0 0 0,-1 0 0 0 0,1 0 0 0 0,-1 0 0 0 0,1 0 0 0 0,0 0 0 0 0,1 1 0 0 0,-1-1 0 0 0,1 0 0 0 0,0 0 0 0 0,0 0 0 0 0,2-5 1 0 0,-3 8 7 0 0,0 0 0 0 0,1 0 0 0 0,0-1 0 0 0,-1 1 0 0 0,1 0 0 0 0,0 0 1 0 0,0 0-1 0 0,-1 0 0 0 0,1 0 0 0 0,0 0 0 0 0,0 0 0 0 0,0 0 1 0 0,0 0-1 0 0,0 1 0 0 0,0-1 0 0 0,1 0 0 0 0,-1 0 0 0 0,0 1 1 0 0,0-1-1 0 0,0 1 0 0 0,1-1 0 0 0,-1 1 0 0 0,0 0 0 0 0,1 0 1 0 0,-1-1-1 0 0,0 1 0 0 0,1 0 0 0 0,-1 0 0 0 0,0 0 0 0 0,2 0 1 0 0,0 1-3 0 0,0 0 0 0 0,0 0 0 0 0,-1 0 0 0 0,1 0 0 0 0,0 1 0 0 0,-1-1 0 0 0,1 1 0 0 0,-1-1 0 0 0,1 1 0 0 0,-1 0 1 0 0,0 0-1 0 0,0 0 0 0 0,3 4 0 0 0,10 12 42 0 0,-2 2 1 0 0,0 0-1 0 0,10 23 0 0 0,-11-19 0 0 0,2 0-1 0 0,22 29 1 0 0,-31-47-51 0 0,1 1 0 0 0,0-1 0 0 0,0 0 1 0 0,0-1-1 0 0,1 1 0 0 0,-1-1 0 0 0,1-1 1 0 0,1 1-1 0 0,-1-1 0 0 0,1 0 1 0 0,14 5-1 0 0,-12-7-340 0 0,0 1 0 0 0,1-1 0 0 0,16 1 0 0 0,8-4-3795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00.703"/>
    </inkml:context>
    <inkml:brush xml:id="br0">
      <inkml:brushProperty name="width" value="0.035" units="cm"/>
      <inkml:brushProperty name="height" value="0.035" units="cm"/>
      <inkml:brushProperty name="color" value="#CC0066"/>
    </inkml:brush>
  </inkml:definitions>
  <inkml:trace contextRef="#ctx0" brushRef="#br0">0 1 5864 0 0,'0'0'7144'0'0,"6"4"-6634"0"0,9 4-260 0 0,-1-1 0 0 0,21 7 0 0 0,-15-6-34 0 0,0 0-1 0 0,21 14 0 0 0,-17-5-116 0 0,-1 0 1 0 0,-1 2-1 0 0,0 0 0 0 0,-2 2 0 0 0,0 0 1 0 0,-1 2-1 0 0,-2 0 0 0 0,28 46 1 0 0,-38-55-51 0 0,0 1 0 0 0,-1 0 0 0 0,0 0 0 0 0,-1 0 0 0 0,-1 1 1 0 0,-1 0-1 0 0,0-1 0 0 0,-1 1 0 0 0,0 1 0 0 0,-2-1 0 0 0,0 0 1 0 0,-1 0-1 0 0,0 0 0 0 0,-1 0 0 0 0,-1 0 0 0 0,-9 28 0 0 0,6-24-72 0 0,-2-1 0 0 0,0 0-1 0 0,-1 0 1 0 0,-1 0 0 0 0,-1-1-1 0 0,0 0 1 0 0,-2-1-1 0 0,0-1 1 0 0,-1 0 0 0 0,0-1-1 0 0,-1 0 1 0 0,-25 19 0 0 0,12-16-1817 0 0,-1-1 1 0 0,-32 14 0 0 0,49-25-6007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04.340"/>
    </inkml:context>
    <inkml:brush xml:id="br0">
      <inkml:brushProperty name="width" value="0.035" units="cm"/>
      <inkml:brushProperty name="height" value="0.035" units="cm"/>
      <inkml:brushProperty name="color" value="#CC0066"/>
    </inkml:brush>
  </inkml:definitions>
  <inkml:trace contextRef="#ctx0" brushRef="#br0">86 2187 3600 0 0,'0'0'7704'0'0,"0"-4"-6698"0"0,1-10-636 0 0,-2 0-1 0 0,0 1 0 0 0,0-1 1 0 0,-1 1-1 0 0,-1 0 0 0 0,-8-25 1 0 0,-2-9 11 0 0,-12-85-1 0 0,7-51 186 0 0,13 123-359 0 0,0-1-17 0 0,3 0 0 0 0,7-71-1 0 0,-4 124-177 0 0,0 1-1 0 0,1 0 1 0 0,-1-1-1 0 0,1 1 0 0 0,1 0 1 0 0,-1 0-1 0 0,1 0 1 0 0,0 1-1 0 0,1-1 0 0 0,0 1 1 0 0,0 0-1 0 0,0 0 1 0 0,1 0-1 0 0,-1 0 0 0 0,1 1 1 0 0,1 0-1 0 0,-1 0 1 0 0,1 0-1 0 0,0 1 0 0 0,0-1 1 0 0,9-3-1 0 0,12-7 42 0 0,0 2 0 0 0,1 1 0 0 0,41-11 1 0 0,91-16-46 0 0,-30 9 98 0 0,108-17-80 0 0,-26 8-27 0 0,242-84 69 0 0,-141 23-60 0 0,165-43 75 0 0,-57 56-101 0 0,-226 45 20 0 0,142-33-188 0 0,-239 50 132 0 0,153-45-181 0 0,-166 37 135 0 0,35-12-32 0 0,71-11-3 0 0,54-17 41 0 0,51-16-34 0 0,-293 88 129 0 0,85-20-18 0 0,161-18 1 0 0,-154 34 257 0 0,-88 3-203 0 0,4-1 38 0 0,-11 4-73 0 0,0-1 0 0 0,0 0 0 0 0,1 0 0 0 0,-1 0-1 0 0,0 0 1 0 0,0 1 0 0 0,0-1 0 0 0,1 0-1 0 0,-1 0 1 0 0,0 0 0 0 0,0 1 0 0 0,0-1-1 0 0,0 0 1 0 0,0 0 0 0 0,0 0 0 0 0,1 1 0 0 0,-1-1-1 0 0,0 0 1 0 0,0 0 0 0 0,0 1 0 0 0,0-1-1 0 0,0 0 1 0 0,0 1 0 0 0,0-1 0 0 0,0 0-1 0 0,0 0 1 0 0,0 1 0 0 0,0-1 0 0 0,0 0 0 0 0,0 0-1 0 0,0 1 1 0 0,-1-1 0 0 0,1 0 0 0 0,0 0-1 0 0,0 0 1 0 0,0 1 0 0 0,0-1 0 0 0,0 0-1 0 0,0 0 1 0 0,-1 1 0 0 0,1-1 0 0 0,-7 24 50 0 0,0 1 1 0 0,2 0-1 0 0,1 0 1 0 0,-1 42-1 0 0,2-36-24 0 0,-14 356-1365 0 0,16-338-576 0 0,3-1 1 0 0,8 59-1 0 0,-8-100-5554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07.483"/>
    </inkml:context>
    <inkml:brush xml:id="br0">
      <inkml:brushProperty name="width" value="0.035" units="cm"/>
      <inkml:brushProperty name="height" value="0.035" units="cm"/>
      <inkml:brushProperty name="color" value="#CC0066"/>
    </inkml:brush>
  </inkml:definitions>
  <inkml:trace contextRef="#ctx0" brushRef="#br0">76 380 4696 0 0,'0'0'2226'0'0,"-4"-3"-1162"0"0,-4-4-502 0 0,-2-1 215 0 0,1 0 0 0 0,-15-17 0 0 0,22 22-675 0 0,0 0 0 0 0,0 0 0 0 0,0 0 1 0 0,0 0-1 0 0,0-1 0 0 0,0 1 0 0 0,1 0 1 0 0,0-1-1 0 0,0 1 0 0 0,0-1 0 0 0,0 1 0 0 0,0-1 1 0 0,1 1-1 0 0,-1-1 0 0 0,1-4 0 0 0,2-3-54 0 0,0 1 0 0 0,0-1 0 0 0,1 0 1 0 0,1 1-1 0 0,-1 0 0 0 0,2 0 0 0 0,-1 0 0 0 0,2 0 0 0 0,-1 1 0 0 0,1 0 0 0 0,0 0 0 0 0,11-12 0 0 0,-2 6-26 0 0,0 0 1 0 0,0 1-1 0 0,1 0 0 0 0,1 1 1 0 0,28-16-1 0 0,-37 24-17 0 0,0 1 0 0 0,1 0 0 0 0,-1 0 0 0 0,1 1 0 0 0,-1 1 0 0 0,1-1 0 0 0,11-1 0 0 0,-15 4 2 0 0,-1-1-1 0 0,0 1 1 0 0,1 0 0 0 0,-1 1-1 0 0,0-1 1 0 0,1 1 0 0 0,-1-1-1 0 0,0 1 1 0 0,1 1 0 0 0,-1-1-1 0 0,0 1 1 0 0,0-1 0 0 0,0 1-1 0 0,0 0 1 0 0,-1 1 0 0 0,1-1-1 0 0,4 4 1 0 0,0 2 17 0 0,0 0-1 0 0,0 0 1 0 0,-1 1-1 0 0,0 0 1 0 0,9 16 0 0 0,24 56 122 0 0,-11-24-117 0 0,-24-47-66 0 0,0 0-1 0 0,0 0 1 0 0,0 0-1 0 0,-1 1 1 0 0,-1 0-1 0 0,0-1 1 0 0,0 1 0 0 0,-1 0-1 0 0,1 14 1 0 0,-4-22 33 0 0,1-1 0 0 0,-1 1 0 0 0,1-1 0 0 0,-1 1 0 0 0,0-1 0 0 0,0 0 0 0 0,0 1 0 0 0,0-1 0 0 0,0 0 0 0 0,-1 0 0 0 0,1 0 0 0 0,-1 0 0 0 0,1 0 0 0 0,-1 0 0 0 0,0 0 0 0 0,1 0 0 0 0,-1-1 0 0 0,0 1 0 0 0,-3 1 0 0 0,0 1 17 0 0,-1 0-1 0 0,0-1 1 0 0,0 0-1 0 0,0 0 1 0 0,0-1-1 0 0,-8 3 1 0 0,5-3 23 0 0,-1 0 1 0 0,1-1 0 0 0,-1 0 0 0 0,1-1 0 0 0,-1 0 0 0 0,0-1-1 0 0,1 1 1 0 0,-1-2 0 0 0,1 1 0 0 0,-1-2 0 0 0,1 1 0 0 0,-17-8-1 0 0,15 5 66 0 0,0 0 0 0 0,0-1 0 0 0,1 0 0 0 0,0-1 0 0 0,0 0-1 0 0,1 0 1 0 0,0-1 0 0 0,0 0 0 0 0,-15-20 0 0 0,19 22-71 0 0,1-1 0 0 0,0 0 0 0 0,0 0 1 0 0,0 0-1 0 0,1-1 0 0 0,0 1 0 0 0,1-1 0 0 0,-3-9 1 0 0,5 13-177 0 0,-1 0 1 0 0,1 0 0 0 0,-1 1 0 0 0,1-1 0 0 0,0 0 0 0 0,0 0 0 0 0,1 0 0 0 0,-1 1 0 0 0,1-1 0 0 0,0 0-1 0 0,0 0 1 0 0,0 1 0 0 0,0-1 0 0 0,0 1 0 0 0,1-1 0 0 0,0 1 0 0 0,0 0 0 0 0,0-1 0 0 0,4-3 0 0 0,15-15-2775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07.780"/>
    </inkml:context>
    <inkml:brush xml:id="br0">
      <inkml:brushProperty name="width" value="0.035" units="cm"/>
      <inkml:brushProperty name="height" value="0.035" units="cm"/>
      <inkml:brushProperty name="color" value="#CC0066"/>
    </inkml:brush>
  </inkml:definitions>
  <inkml:trace contextRef="#ctx0" brushRef="#br0">0 1 11648 0 0,'0'0'0'0'0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08.542"/>
    </inkml:context>
    <inkml:brush xml:id="br0">
      <inkml:brushProperty name="width" value="0.035" units="cm"/>
      <inkml:brushProperty name="height" value="0.035" units="cm"/>
      <inkml:brushProperty name="color" value="#CC0066"/>
    </inkml:brush>
  </inkml:definitions>
  <inkml:trace contextRef="#ctx0" brushRef="#br0">99 236 7408 0 0,'0'0'838'0'0,"0"-5"-151"0"0,-2-9-560 0 0,0-5-522 0 0,0-26 1 0 0,2 38 254 0 0,1-1 1 0 0,-1 1-1 0 0,2 0 0 0 0,-1 0 1 0 0,1 0-1 0 0,0 0 1 0 0,4-9-1 0 0,-3 10 129 0 0,0 1 0 0 0,0-1 0 0 0,1 1 0 0 0,0 0 0 0 0,0 0 0 0 0,0 0 0 0 0,0 1 0 0 0,1-1 0 0 0,0 1 0 0 0,0 0-1 0 0,0 1 1 0 0,0-1 0 0 0,0 1 0 0 0,12-5 0 0 0,-11 5 41 0 0,1 1 0 0 0,1-1-1 0 0,-1 2 1 0 0,0-1 0 0 0,0 1-1 0 0,1 0 1 0 0,-1 0 0 0 0,1 1 0 0 0,-1 0-1 0 0,1 0 1 0 0,-1 1 0 0 0,11 2-1 0 0,-15-3 18 0 0,0 2-1 0 0,0-1 1 0 0,0 0-1 0 0,0 1 0 0 0,0-1 1 0 0,0 1-1 0 0,0 0 1 0 0,0 0-1 0 0,-1 0 0 0 0,1 0 1 0 0,-1 0-1 0 0,0 1 1 0 0,1-1-1 0 0,-1 1 0 0 0,0 0 1 0 0,0-1-1 0 0,-1 1 1 0 0,4 6-1 0 0,0 3 123 0 0,0 0 0 0 0,-1 1 0 0 0,4 17 0 0 0,-7-22-140 0 0,33 164 801 0 0,-29-132-471 0 0,-1 0-1 0 0,-4 55 0 0 0,0-93-326 0 0,-1 1-1 0 0,1-1 1 0 0,-1 0-1 0 0,0 1 1 0 0,0-1-1 0 0,0 0 1 0 0,0 1-1 0 0,-1-1 1 0 0,1 0-1 0 0,0 0 1 0 0,-1 0-1 0 0,1 0 1 0 0,-1-1-1 0 0,0 1 0 0 0,0 0 1 0 0,0-1-1 0 0,0 1 1 0 0,0-1-1 0 0,0 1 1 0 0,0-1-1 0 0,0 0 1 0 0,-1 0-1 0 0,1 0 1 0 0,-5 1-1 0 0,-2 1 7 0 0,0 0-1 0 0,0-1 1 0 0,0 0-1 0 0,0-1 1 0 0,-14 1-1 0 0,7-2 14 0 0,1-1-1 0 0,0 0 0 0 0,0-1 0 0 0,0-1 0 0 0,0 0 1 0 0,1-1-1 0 0,-1-1 0 0 0,1 0 0 0 0,0-1 0 0 0,-21-11 1 0 0,27 12 8 0 0,0 0 1 0 0,1-1-1 0 0,-1 0 1 0 0,1 0-1 0 0,0 0 1 0 0,1-1-1 0 0,0 0 1 0 0,0 0 0 0 0,0-1-1 0 0,1 0 1 0 0,0 1-1 0 0,0-2 1 0 0,1 1-1 0 0,0-1 1 0 0,1 1 0 0 0,0-1-1 0 0,0 0 1 0 0,-2-15-1 0 0,3 10-73 0 0,1 0 0 0 0,0 0-1 0 0,1 0 1 0 0,0 0 0 0 0,2 0-1 0 0,-1 0 1 0 0,5-16 0 0 0,-4 21-282 0 0,1 0 1 0 0,0 0 0 0 0,1 1 0 0 0,-1 0 0 0 0,2-1-1 0 0,-1 1 1 0 0,1 1 0 0 0,0-1 0 0 0,1 1-1 0 0,-1 0 1 0 0,15-13 0 0 0,14-7-2792 0 0,-27 21-1907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09.276"/>
    </inkml:context>
    <inkml:brush xml:id="br0">
      <inkml:brushProperty name="width" value="0.035" units="cm"/>
      <inkml:brushProperty name="height" value="0.035" units="cm"/>
      <inkml:brushProperty name="color" value="#CC0066"/>
    </inkml:brush>
  </inkml:definitions>
  <inkml:trace contextRef="#ctx0" brushRef="#br0">239 284 6768 0 0,'1'-6'592'0'0,"2"-12"-207"0"0,-1 0 1 0 0,-1-1-1 0 0,-1 1 1 0 0,0-1-1 0 0,-1 1 1 0 0,-1-1-1 0 0,-1 1 1 0 0,-1 0 0 0 0,0 0-1 0 0,-1 0 1 0 0,-1 1-1 0 0,-11-24 1 0 0,16 40-358 0 0,0-1 1 0 0,0 1 0 0 0,0 0 0 0 0,0 0-1 0 0,0 0 1 0 0,0 0 0 0 0,0 0-1 0 0,0 0 1 0 0,0 0 0 0 0,-1 0 0 0 0,1 0-1 0 0,0 0 1 0 0,-1 1 0 0 0,1-1-1 0 0,0 0 1 0 0,-1 1 0 0 0,1-1 0 0 0,-1 1-1 0 0,1 0 1 0 0,-1-1 0 0 0,1 1-1 0 0,-1 0 1 0 0,1 0 0 0 0,-1 0 0 0 0,1 0-1 0 0,-1 0 1 0 0,0 0 0 0 0,1 1-1 0 0,-1-1 1 0 0,1 0 0 0 0,-3 2 0 0 0,-2 0-3 0 0,-1 1 0 0 0,1-1 1 0 0,0 2-1 0 0,-1-1 1 0 0,-8 7-1 0 0,3-1-13 0 0,1-1-1 0 0,0 2 1 0 0,1-1 0 0 0,0 2 0 0 0,0-1 0 0 0,-13 21-1 0 0,20-26-14 0 0,-1 1-1 0 0,1-1 1 0 0,1 1-1 0 0,-1-1 0 0 0,1 1 1 0 0,0 0-1 0 0,0 0 1 0 0,1 0-1 0 0,0 0 0 0 0,0 0 1 0 0,0 0-1 0 0,1 1 1 0 0,0-1-1 0 0,0 0 0 0 0,1 0 1 0 0,-1 0-1 0 0,1 1 1 0 0,2 5-1 0 0,1-2 6 0 0,-1 0 0 0 0,2 0 0 0 0,-1-1 0 0 0,1 0-1 0 0,0 0 1 0 0,1 0 0 0 0,0 0 0 0 0,1-1 0 0 0,-1 0 0 0 0,2-1 0 0 0,-1 1 0 0 0,1-1 0 0 0,15 10 0 0 0,-9-8-14 0 0,1 0 1 0 0,0-2 0 0 0,1 1 0 0 0,-1-2-1 0 0,1 0 1 0 0,0-1 0 0 0,31 5 0 0 0,-13-4 0 0 0,-2-1-6 0 0,1 1 1 0 0,-2 1-1 0 0,35 14 1 0 0,-63-20 11 0 0,0 0 0 0 0,0 1 0 0 0,0-1 0 0 0,-1 1 1 0 0,1 0-1 0 0,0-1 0 0 0,-1 1 0 0 0,1 1 1 0 0,-1-1-1 0 0,0 0 0 0 0,0 1 0 0 0,0-1 0 0 0,0 1 1 0 0,0-1-1 0 0,0 1 0 0 0,-1 0 0 0 0,1 0 1 0 0,1 5-1 0 0,-2-4 6 0 0,0 0 0 0 0,-1 0 0 0 0,1 0 1 0 0,-1 0-1 0 0,0 0 0 0 0,0 1 0 0 0,0-1 0 0 0,0 0 1 0 0,-1 0-1 0 0,0 0 0 0 0,0 0 0 0 0,0 0 1 0 0,0 0-1 0 0,-3 5 0 0 0,0-1 37 0 0,0 0 1 0 0,-1 0-1 0 0,0-1 1 0 0,0 0-1 0 0,-1 0 1 0 0,0 0-1 0 0,0-1 1 0 0,-1 1-1 0 0,0-2 1 0 0,0 1-1 0 0,0-1 1 0 0,-1 0-1 0 0,1 0 1 0 0,-1-1-1 0 0,0 0 1 0 0,-1 0-1 0 0,1-1 1 0 0,0 0-1 0 0,-1-1 1 0 0,0 0-1 0 0,0 0 1 0 0,0-1-1 0 0,0 0 1 0 0,0 0-1 0 0,0-1 1 0 0,0 0-1 0 0,0-1 1 0 0,1 0-1 0 0,-1-1 1 0 0,0 1-1 0 0,-16-7 1 0 0,20 6-8 0 0,1 1 1 0 0,-1-2-1 0 0,1 1 0 0 0,-1 0 0 0 0,1-1 1 0 0,0 0-1 0 0,0 0 0 0 0,0 0 1 0 0,0-1-1 0 0,1 1 0 0 0,-1-1 1 0 0,1 0-1 0 0,0 0 0 0 0,0 0 1 0 0,0 0-1 0 0,1-1 0 0 0,0 1 1 0 0,-1-1-1 0 0,2 1 0 0 0,-1-1 1 0 0,0 0-1 0 0,1 0 0 0 0,0 0 1 0 0,-1-9-1 0 0,1 2-81 0 0,1 1 0 0 0,1 0 0 0 0,-1-1-1 0 0,2 1 1 0 0,0 0 0 0 0,0 0 0 0 0,1 0 0 0 0,0 0 0 0 0,1 0 0 0 0,0 1 0 0 0,1 0-1 0 0,6-12 1 0 0,5-4-1821 0 0,0 1-1 0 0,40-44 0 0 0,-48 61-4791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10.133"/>
    </inkml:context>
    <inkml:brush xml:id="br0">
      <inkml:brushProperty name="width" value="0.035" units="cm"/>
      <inkml:brushProperty name="height" value="0.035" units="cm"/>
      <inkml:brushProperty name="color" value="#CC0066"/>
    </inkml:brush>
  </inkml:definitions>
  <inkml:trace contextRef="#ctx0" brushRef="#br0">17 25 2248 0 0,'0'0'7449'0'0,"-2"-4"-7365"0"0,-10-12 121 0 0,10 12 841 0 0,3 10-914 0 0,0-5-157 0 0,-1 0 0 0 0,0-1 1 0 0,1 1-1 0 0,-1 0 0 0 0,0-1 0 0 0,0 1 1 0 0,0 0-1 0 0,0 0 0 0 0,0-1 1 0 0,0 1-1 0 0,0 0 0 0 0,0 0 1 0 0,0-1-1 0 0,0 1 0 0 0,0 0 0 0 0,0 0 1 0 0,0-1-1 0 0,-1 2 0 0 0,-1 5-1501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11.731"/>
    </inkml:context>
    <inkml:brush xml:id="br0">
      <inkml:brushProperty name="width" value="0.035" units="cm"/>
      <inkml:brushProperty name="height" value="0.035" units="cm"/>
      <inkml:brushProperty name="color" value="#CC0066"/>
    </inkml:brush>
  </inkml:definitions>
  <inkml:trace contextRef="#ctx0" brushRef="#br0">0 40 88 0 0,'0'0'4115'0'0,"3"-4"-2774"0"0,-2 1-1018 0 0,1 0 0 0 0,0 0 0 0 0,-1 0 0 0 0,1 0 0 0 0,0 1 0 0 0,1-1 0 0 0,-1 1 0 0 0,5-4 0 0 0,-6 5-197 0 0,1 0 0 0 0,-1 0 1 0 0,1 0-1 0 0,-1 1 1 0 0,1-1-1 0 0,-1 0 1 0 0,1 1-1 0 0,0-1 0 0 0,-1 1 1 0 0,1 0-1 0 0,0-1 1 0 0,0 1-1 0 0,-1 0 1 0 0,1 0-1 0 0,0 0 0 0 0,-1 0 1 0 0,1 1-1 0 0,0-1 1 0 0,0 0-1 0 0,-1 1 0 0 0,1-1 1 0 0,2 2-1 0 0,13 5 347 0 0,25 17 0 0 0,-24-5 392 0 0,-16-18-189 0 0,-4 0-553 0 0,1 0-123 0 0,-1-1 0 0 0,1 0 1 0 0,-1 1-1 0 0,1-1 0 0 0,-1 0 1 0 0,1 0-1 0 0,-1 1 1 0 0,1-1-1 0 0,-1-1 0 0 0,1 1 1 0 0,-1 0-1 0 0,1 0 0 0 0,-1 0 1 0 0,1-1-1 0 0,-1 1 1 0 0,1-1-1 0 0,-1 1 0 0 0,1-1 1 0 0,-3-1-1 0 0,-9-5-3970 0 0,11 5 2282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12.463"/>
    </inkml:context>
    <inkml:brush xml:id="br0">
      <inkml:brushProperty name="width" value="0.035" units="cm"/>
      <inkml:brushProperty name="height" value="0.035" units="cm"/>
      <inkml:brushProperty name="color" value="#CC0066"/>
    </inkml:brush>
  </inkml:definitions>
  <inkml:trace contextRef="#ctx0" brushRef="#br0">459 30 4240 0 0,'0'0'3688'0'0,"1"-4"-3048"0"0,2-12-58 0 0,-3 15-552 0 0,0 1 0 0 0,0 0 0 0 0,0-1 1 0 0,0 1-1 0 0,0-1 0 0 0,0 1 0 0 0,-1 0 0 0 0,1-1 0 0 0,0 1 0 0 0,0 0 0 0 0,0-1 0 0 0,0 1 0 0 0,-1-1 0 0 0,1 1 0 0 0,0 0 0 0 0,-1 0 0 0 0,1-1 0 0 0,0 1 0 0 0,0 0 0 0 0,-1-1 0 0 0,1 1 0 0 0,0 0 0 0 0,-1 0 0 0 0,1 0 0 0 0,-1-1 0 0 0,1 1 0 0 0,0 0 0 0 0,-1 0 0 0 0,1 0 0 0 0,-1 0 0 0 0,1 0 0 0 0,0 0 1 0 0,-1 0-1 0 0,1 0 0 0 0,-1 0 0 0 0,1 0 0 0 0,0 0 0 0 0,-1 0 0 0 0,1 0 0 0 0,-1 0 0 0 0,1 0 0 0 0,0 0 0 0 0,-1 0 0 0 0,0 1 0 0 0,1-1-12 0 0,-19 3 185 0 0,-1 2 0 0 0,1 0-1 0 0,0 1 1 0 0,1 1 0 0 0,0 1 0 0 0,0 1 0 0 0,0 0 0 0 0,1 1 0 0 0,0 1 0 0 0,1 0 0 0 0,1 2 0 0 0,0-1 0 0 0,0 2-1 0 0,-19 24 1 0 0,14-14-80 0 0,2 1-1 0 0,0 1 0 0 0,2 1 0 0 0,1 0 1 0 0,1 1-1 0 0,1 0 0 0 0,2 1 0 0 0,-12 49 1 0 0,15-45-34 0 0,2 0 1 0 0,1 1-1 0 0,2-1 1 0 0,2 59 0 0 0,2-72-64 0 0,1-1 0 0 0,1 1 0 0 0,0 0 0 0 0,2-1 0 0 0,0 0 0 0 0,1 0 0 0 0,1-1 0 0 0,1 1 0 0 0,14 23 0 0 0,-16-32-34 0 0,1-1 0 0 0,-1 0 0 0 0,2-1 0 0 0,-1 0 0 0 0,1 0 0 0 0,1 0 0 0 0,-1-1 1 0 0,1 0-1 0 0,1-1 0 0 0,-1 0 0 0 0,14 6 0 0 0,-5-4-59 0 0,0-2-1 0 0,1 0 1 0 0,-1-1 0 0 0,1 0-1 0 0,35 2 1 0 0,-22-4-542 0 0,1-1-1 0 0,0-2 1 0 0,0-1 0 0 0,-1-2-1 0 0,1-1 1 0 0,50-13 0 0 0,-13-7-1987 0 0,-57 19-3216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13.133"/>
    </inkml:context>
    <inkml:brush xml:id="br0">
      <inkml:brushProperty name="width" value="0.035" units="cm"/>
      <inkml:brushProperty name="height" value="0.035" units="cm"/>
      <inkml:brushProperty name="color" value="#CC0066"/>
    </inkml:brush>
  </inkml:definitions>
  <inkml:trace contextRef="#ctx0" brushRef="#br0">1 44 4056 0 0,'0'0'1552'0'0,"4"1"-778"0"0,-1-1-692 0 0,19 4 1109 0 0,-21-4-1064 0 0,0 0 1 0 0,1 1-1 0 0,-1-1 0 0 0,0 1 0 0 0,0-1 0 0 0,0 1 1 0 0,0 0-1 0 0,0-1 0 0 0,0 1 0 0 0,0 0 1 0 0,0 0-1 0 0,0 0 0 0 0,0 0 0 0 0,-1 0 1 0 0,1 0-1 0 0,0 0 0 0 0,-1 0 0 0 0,1 0 0 0 0,0 2 1 0 0,8 29 551 0 0,-1 0 0 0 0,4 48 0 0 0,7 31-1043 0 0,-17-99 303 0 0,0 0 1 0 0,0-1-1 0 0,-1 17 0 0 0,0-21 119 0 0,0-9-419 0 0,1-10 10 0 0,1-22 256 0 0,3-1-1 0 0,0 1 1 0 0,14-40 0 0 0,-6 23 101 0 0,-12 46-17 0 0,2-13 35 0 0,2 0 1 0 0,12-30-1 0 0,-16 44-13 0 0,-1 0-1 0 0,1 1 0 0 0,1-1 1 0 0,-1 0-1 0 0,1 1 0 0 0,-1-1 1 0 0,1 1-1 0 0,0 0 0 0 0,0 0 0 0 0,0 0 1 0 0,1 0-1 0 0,-1 1 0 0 0,1-1 1 0 0,-1 1-1 0 0,1 0 0 0 0,0 0 1 0 0,7-3-1 0 0,-9 5 6 0 0,1-1 1 0 0,-1 1-1 0 0,1-1 0 0 0,-1 1 1 0 0,0 0-1 0 0,1-1 0 0 0,-1 1 1 0 0,1 0-1 0 0,-1 1 0 0 0,1-1 0 0 0,-1 0 1 0 0,4 2-1 0 0,-4-1 5 0 0,1 0 0 0 0,-1 1 0 0 0,0-1 0 0 0,-1 0 0 0 0,1 1 0 0 0,0 0 1 0 0,0-1-1 0 0,-1 1 0 0 0,1 0 0 0 0,-1 0 0 0 0,1 0 0 0 0,-1 0 0 0 0,0 0 0 0 0,2 3 0 0 0,7 18 49 0 0,0 1-1 0 0,-2 0 1 0 0,9 40 0 0 0,-12-41-160 0 0,1 0 0 0 0,1 0-1 0 0,1-1 1 0 0,17 32 0 0 0,-22-49-461 0 0,0-1-1 0 0,0 1 1 0 0,1-1 0 0 0,-1 0-1 0 0,1 0 1 0 0,0 0 0 0 0,7 4-1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13.662"/>
    </inkml:context>
    <inkml:brush xml:id="br0">
      <inkml:brushProperty name="width" value="0.035" units="cm"/>
      <inkml:brushProperty name="height" value="0.035" units="cm"/>
      <inkml:brushProperty name="color" value="#CC0066"/>
    </inkml:brush>
  </inkml:definitions>
  <inkml:trace contextRef="#ctx0" brushRef="#br0">111 89 3792 0 0,'0'0'2953'0'0,"0"-4"-1569"0"0,0-80 3696 0 0,-12 92-4665 0 0,-2 8-295 0 0,1 0 0 0 0,0 2 0 0 0,1-1 0 0 0,1 1 1 0 0,-9 21-1 0 0,17-33-88 0 0,1 0 0 0 0,-1 0 0 0 0,1 0 1 0 0,-2 12-1 0 0,4-16-18 0 0,-1-1-1 0 0,1 0 1 0 0,0 1 0 0 0,0-1 0 0 0,0 0 0 0 0,0 1 0 0 0,0-1-1 0 0,0 0 1 0 0,1 1 0 0 0,-1-1 0 0 0,0 0 0 0 0,1 1 0 0 0,-1-1 0 0 0,1 0-1 0 0,-1 1 1 0 0,1-1 0 0 0,-1 0 0 0 0,1 0 0 0 0,0 0 0 0 0,0 0-1 0 0,0 0 1 0 0,0 0 0 0 0,0 0 0 0 0,0 0 0 0 0,0 0 0 0 0,0 0-1 0 0,0 0 1 0 0,0 0 0 0 0,2 0 0 0 0,40 17 320 0 0,-30-13-275 0 0,1 1 0 0 0,-2-1 0 0 0,1 2 0 0 0,-1 0 0 0 0,23 17 0 0 0,-29-18-49 0 0,1 0 1 0 0,-2 1 0 0 0,1 0-1 0 0,-1 0 1 0 0,0 0-1 0 0,0 1 1 0 0,0-1 0 0 0,-1 1-1 0 0,-1 0 1 0 0,1 1-1 0 0,-1-1 1 0 0,-1 1 0 0 0,0-1-1 0 0,2 15 1 0 0,-2-10-5 0 0,-1 0 0 0 0,-1 0 1 0 0,-1 0-1 0 0,1 0 1 0 0,-2 0-1 0 0,0 0 0 0 0,0 0 1 0 0,-2 0-1 0 0,-4 13 1 0 0,5-18-131 0 0,-1 0 1 0 0,1-1 0 0 0,-2 1 0 0 0,1-1-1 0 0,-7 7 1 0 0,-13 12-5279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14.115"/>
    </inkml:context>
    <inkml:brush xml:id="br0">
      <inkml:brushProperty name="width" value="0.035" units="cm"/>
      <inkml:brushProperty name="height" value="0.035" units="cm"/>
      <inkml:brushProperty name="color" value="#CC0066"/>
    </inkml:brush>
  </inkml:definitions>
  <inkml:trace contextRef="#ctx0" brushRef="#br0">0 44 6136 0 0,'0'0'5272'0'0,"7"-4"-4832"0"0,4-2-229 0 0,1 0 1 0 0,0 1 0 0 0,0 1-1 0 0,0 0 1 0 0,0 0 0 0 0,1 2-1 0 0,24-4 1 0 0,-22 5-70 0 0,-1 0 1 0 0,1 0-1 0 0,-1 2 1 0 0,1 0-1 0 0,16 3 1 0 0,-21-2-96 0 0,-1 0 1 0 0,0 1 0 0 0,0 0 0 0 0,-1 1 0 0 0,1 0 0 0 0,-1 0 0 0 0,0 0-1 0 0,0 1 1 0 0,11 9 0 0 0,-2 2 75 0 0,0 1 0 0 0,0 0 0 0 0,-2 1 0 0 0,25 37 0 0 0,-22-25 42 0 0,-1-1 1 0 0,22 59-1 0 0,-33-71-151 0 0,-1 0 1 0 0,0 0-1 0 0,-2 0 1 0 0,0 0-1 0 0,-1 1 1 0 0,0-1-1 0 0,-2 1 1 0 0,0 0-1 0 0,-1-1 1 0 0,-6 36-1 0 0,2-33-296 0 0,-1 1-1 0 0,-1-1 1 0 0,0 0-1 0 0,-2 0 1 0 0,0-1 0 0 0,-1 0-1 0 0,-1-1 1 0 0,-23 30-1 0 0,-17 10-2893 0 0,40-47-4370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23.058"/>
    </inkml:context>
    <inkml:brush xml:id="br0">
      <inkml:brushProperty name="width" value="0.035" units="cm"/>
      <inkml:brushProperty name="height" value="0.035" units="cm"/>
      <inkml:brushProperty name="color" value="#CC0066"/>
    </inkml:brush>
  </inkml:definitions>
  <inkml:trace contextRef="#ctx0" brushRef="#br0">91 496 10744 0 0,'0'0'3813'0'0,"-5"-3"-3217"0"0,1 0-537 0 0,0 0 1 0 0,0 0-1 0 0,0 0 0 0 0,0 0 1 0 0,1 0-1 0 0,-1-1 0 0 0,1 0 1 0 0,0 0-1 0 0,0 0 0 0 0,1 0 1 0 0,-1 0-1 0 0,1 0 0 0 0,-3-6 1 0 0,-3-14 69 0 0,0-1 0 0 0,2 1 0 0 0,0-1-1 0 0,2 0 1 0 0,1-1 0 0 0,1 1 0 0 0,1-37 0 0 0,2 56-112 0 0,-1-1 0 0 0,1 0 0 0 0,1 1 0 0 0,-1-1 0 0 0,1 1 0 0 0,0-1 0 0 0,1 1 0 0 0,3-8 0 0 0,-3 9-28 0 0,0 1 0 0 0,0 0-1 0 0,0 0 1 0 0,0 0-1 0 0,1 1 1 0 0,-1-1 0 0 0,1 1-1 0 0,0 0 1 0 0,0 0-1 0 0,0 0 1 0 0,9-4-1 0 0,7-2 6 0 0,1 0 0 0 0,-1 2 0 0 0,1 0-1 0 0,1 2 1 0 0,-1 0 0 0 0,44-3-1 0 0,-24 6 4 0 0,0 2-1 0 0,76 11 1 0 0,241 22 121 0 0,2-21-138 0 0,209-30 10 0 0,-476 13 0 0 0,289 0 136 0 0,-180 5-162 0 0,121 6-46 0 0,-43 0 74 0 0,640 1 80 0 0,-618-1-7 0 0,178 2-91 0 0,-4-17 27 0 0,135-10 49 0 0,-274 19-41 0 0,69-2-48 0 0,-377 1 30 0 0,388-9 40 0 0,179-14 111 0 0,-77 2-30 0 0,-31 12-280 0 0,-75 22 167 0 0,-410-12-2 0 0,1 0 1 0 0,-1 1-1 0 0,1-1 0 0 0,-1 1 0 0 0,1 0 0 0 0,-1-1 1 0 0,0 2-1 0 0,1-1 0 0 0,-1 0 0 0 0,0 1 1 0 0,0-1-1 0 0,1 1 0 0 0,-1 0 0 0 0,-1 0 1 0 0,1 0-1 0 0,0 1 0 0 0,0-1 0 0 0,-1 1 0 0 0,0-1 1 0 0,1 1-1 0 0,-1 0 0 0 0,0 0 0 0 0,0 0 1 0 0,2 6-1 0 0,-2-5-12 0 0,0 0 0 0 0,0 0 0 0 0,-1 0 0 0 0,0 1 0 0 0,0-1 0 0 0,0 0 0 0 0,0 1 0 0 0,-1 6 0 0 0,-2 38 70 0 0,-1-17-63 0 0,1 23 52 0 0,-6 336 320 0 0,-2 82-354 0 0,-1-105-3267 0 0,13-304-160 0 0,-2-52-4472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0.582"/>
    </inkml:context>
    <inkml:brush xml:id="br0">
      <inkml:brushProperty name="width" value="0.035" units="cm"/>
      <inkml:brushProperty name="height" value="0.035" units="cm"/>
      <inkml:brushProperty name="color" value="#CC0066"/>
    </inkml:brush>
  </inkml:definitions>
  <inkml:trace contextRef="#ctx0" brushRef="#br0">114 485 5864 0 0,'0'0'464'0'0,"0"-5"-384"0"0,1 2 44 0 0,-1 0-1 0 0,0 0 1 0 0,0 0 0 0 0,0 0 0 0 0,0 0-1 0 0,-1 0 1 0 0,1 0 0 0 0,-1 0 0 0 0,0-1-1 0 0,0 1 1 0 0,0 1 0 0 0,0-1 0 0 0,0 0-1 0 0,-1 0 1 0 0,-1-3 0 0 0,-30-65 1733 0 0,7 13-1228 0 0,25 57-620 0 0,-7-13 80 0 0,0-1 0 0 0,2-1 0 0 0,0 1 0 0 0,-7-28 0 0 0,12 38-75 0 0,1 0 1 0 0,0 0 0 0 0,0 1 0 0 0,1-1-1 0 0,-1 0 1 0 0,1 1 0 0 0,0-1 0 0 0,0 0-1 0 0,1 1 1 0 0,-1-1 0 0 0,1 1 0 0 0,0 0-1 0 0,0-1 1 0 0,1 1 0 0 0,5-7-1 0 0,-3 4-15 0 0,1-1 0 0 0,1 1 0 0 0,0 1-1 0 0,0-1 1 0 0,0 1 0 0 0,0 0-1 0 0,9-4 1 0 0,2 0-144 0 0,0 1 1 0 0,0 0-1 0 0,0 2 0 0 0,1 0 1 0 0,30-6-1 0 0,-45 12 119 0 0,0 0 1 0 0,0 0-1 0 0,0 1 1 0 0,0 0-1 0 0,0 0 1 0 0,0 0-1 0 0,0 0 1 0 0,0 1-1 0 0,0-1 1 0 0,0 1-1 0 0,0 0 1 0 0,0 0-1 0 0,5 3 1 0 0,-6-2 22 0 0,0 0 1 0 0,0 0-1 0 0,0 1 1 0 0,0-1 0 0 0,0 1-1 0 0,0-1 1 0 0,-1 1-1 0 0,1 0 1 0 0,-1 0 0 0 0,0 1-1 0 0,0-1 1 0 0,0 0-1 0 0,0 1 1 0 0,1 4 0 0 0,1 2 27 0 0,6 11-60 0 0,12 46-1 0 0,-20-60 63 0 0,-1-1 0 0 0,0 1 0 0 0,0 0 0 0 0,0-1 0 0 0,-1 1-1 0 0,0-1 1 0 0,0 1 0 0 0,-1 0 0 0 0,0-1 0 0 0,0 1 0 0 0,-1-1 0 0 0,-2 9 0 0 0,-1-2 88 0 0,0-1 0 0 0,-1 0 0 0 0,0 0 1 0 0,-1-1-1 0 0,0 1 0 0 0,-1-1 0 0 0,0-1 1 0 0,-17 17-1 0 0,8-11 0 0 0,8-7 7 0 0,-1 0 1 0 0,0-1-1 0 0,-14 9 0 0 0,20-15-53 0 0,0 0-1 0 0,0 0 1 0 0,-1-1 0 0 0,1 1 0 0 0,0-1-1 0 0,-1 0 1 0 0,1 0 0 0 0,-1 0 0 0 0,1 0 0 0 0,-1-1-1 0 0,0 0 1 0 0,1 0 0 0 0,-5-1 0 0 0,-1 0 107 0 0,1 0 1 0 0,0-1 0 0 0,0 0 0 0 0,0 0 0 0 0,1-1 0 0 0,-11-5 0 0 0,16 7-125 0 0,0-1 1 0 0,-1 0 0 0 0,1 0-1 0 0,0-1 1 0 0,0 1 0 0 0,0-1 0 0 0,1 1-1 0 0,-1-1 1 0 0,1 0 0 0 0,-1 0-1 0 0,1 0 1 0 0,0 0 0 0 0,0-1-1 0 0,0 1 1 0 0,1-1 0 0 0,-1 1 0 0 0,-1-8-1 0 0,2 8-33 0 0,0-1-1 0 0,1 1 1 0 0,0-1-1 0 0,0 0 0 0 0,0 1 1 0 0,0-1-1 0 0,0 1 1 0 0,1-1-1 0 0,-1 1 1 0 0,1-1-1 0 0,2-4 1 0 0,1-3-144 0 0,0 1 0 0 0,8-13 0 0 0,4-1-1060 0 0,1 1 0 0 0,1 1 0 0 0,1 1 0 0 0,32-29 0 0 0,-42 43-5579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1.019"/>
    </inkml:context>
    <inkml:brush xml:id="br0">
      <inkml:brushProperty name="width" value="0.035" units="cm"/>
      <inkml:brushProperty name="height" value="0.035" units="cm"/>
      <inkml:brushProperty name="color" value="#CC0066"/>
    </inkml:brush>
  </inkml:definitions>
  <inkml:trace contextRef="#ctx0" brushRef="#br0">1 46 8400 0 0,'0'0'6288'0'0,"12"-25"-11744"0"0,-3 4 3584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1.719"/>
    </inkml:context>
    <inkml:brush xml:id="br0">
      <inkml:brushProperty name="width" value="0.035" units="cm"/>
      <inkml:brushProperty name="height" value="0.035" units="cm"/>
      <inkml:brushProperty name="color" value="#CC0066"/>
    </inkml:brush>
  </inkml:definitions>
  <inkml:trace contextRef="#ctx0" brushRef="#br0">76 263 10296 0 0,'0'0'3704'0'0,"-4"-5"-3298"0"0,-3-2-296 0 0,-5-6 337 0 0,-17-26-1 0 0,25 35-365 0 0,2-1 1 0 0,-1 0-1 0 0,1 1 1 0 0,-1-1-1 0 0,1 0 0 0 0,1-1 1 0 0,-1 1-1 0 0,1 0 1 0 0,0-1-1 0 0,-1-10 1 0 0,2 10-30 0 0,0-1 0 0 0,1 0 0 0 0,-1 1 0 0 0,2-1 0 0 0,2-10 0 0 0,-3 13-50 0 0,0 2 1 0 0,1-1-1 0 0,-1 0 1 0 0,1 0 0 0 0,-1 0-1 0 0,1 1 1 0 0,0-1-1 0 0,0 1 1 0 0,0-1 0 0 0,1 1-1 0 0,-1 0 1 0 0,0 0-1 0 0,1 0 1 0 0,3-2-1 0 0,5-4-14 0 0,1 1-1 0 0,1 1 0 0 0,-1 0 0 0 0,18-5 0 0 0,-27 10 11 0 0,0 0 0 0 0,1 0 0 0 0,-1 1 0 0 0,0-1 0 0 0,0 1 1 0 0,0 0-1 0 0,1-1 0 0 0,-1 2 0 0 0,0-1 0 0 0,0 0 0 0 0,0 1 1 0 0,1-1-1 0 0,-1 1 0 0 0,0 0 0 0 0,0 0 0 0 0,0 0 0 0 0,0 1 1 0 0,0-1-1 0 0,0 1 0 0 0,-1-1 0 0 0,1 1 0 0 0,0 0 1 0 0,-1 0-1 0 0,4 4 0 0 0,-1-1-15 0 0,-2 0 1 0 0,1 1-1 0 0,0-1 1 0 0,-1 1-1 0 0,0 0 0 0 0,-1 0 1 0 0,1 0-1 0 0,-1 0 1 0 0,0 0-1 0 0,2 11 1 0 0,-2 0-41 0 0,0 0 0 0 0,-1 32 0 0 0,-2-38 10 0 0,0 0 0 0 0,-1-1 0 0 0,0 1 1 0 0,-1-1-1 0 0,0 0 0 0 0,-1 0 0 0 0,-8 17 1 0 0,-41 64-275 0 0,37-67 214 0 0,-58 88-450 0 0,73-111 469 0 0,4-2-1223 0 0,29-16 600 0 0,-25 12 576 0 0,1 0-1 0 0,0 1 0 0 0,-1 1 1 0 0,16-6-1 0 0,-19 9 110 0 0,-1-1 1 0 0,0 0-1 0 0,1 1 1 0 0,-1 0-1 0 0,1 0 1 0 0,-1 0 0 0 0,0 0-1 0 0,1 1 1 0 0,-1-1-1 0 0,1 1 1 0 0,-1 0-1 0 0,0 0 1 0 0,0 0-1 0 0,1 1 1 0 0,-1-1-1 0 0,4 3 1 0 0,13 9-726 0 0,-14-8 220 0 0,1-1 1 0 0,-1 0 0 0 0,1-1 0 0 0,0 1 0 0 0,14 4 0 0 0,7-3-1893 0 0,-22-4-1434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2.109"/>
    </inkml:context>
    <inkml:brush xml:id="br0">
      <inkml:brushProperty name="width" value="0.035" units="cm"/>
      <inkml:brushProperty name="height" value="0.035" units="cm"/>
      <inkml:brushProperty name="color" value="#CC0066"/>
    </inkml:brush>
  </inkml:definitions>
  <inkml:trace contextRef="#ctx0" brushRef="#br0">90 1 8760 0 0,'0'0'4132'0'0,"-2"5"-3639"0"0,-18 41 343 0 0,7-18-447 0 0,-12 45 1 0 0,16-42-330 0 0,2 0 0 0 0,2 1 1 0 0,-3 51-1 0 0,8-78-65 0 0,0 0 0 0 0,1 0-1 0 0,-1 1 1 0 0,1-1 0 0 0,0 0 0 0 0,1 0 0 0 0,3 9 0 0 0,-4-11 6 0 0,0-1 1 0 0,1 0-1 0 0,-1 1 0 0 0,1-1 1 0 0,-1 0-1 0 0,1 0 1 0 0,0 0-1 0 0,0 0 0 0 0,0 0 1 0 0,0-1-1 0 0,0 1 1 0 0,0 0-1 0 0,0-1 0 0 0,1 0 1 0 0,-1 1-1 0 0,0-1 0 0 0,4 1 1 0 0,1 0-44 0 0,0-1 0 0 0,0 1 0 0 0,1-2 1 0 0,-1 1-1 0 0,0-1 0 0 0,0 0 0 0 0,15-2 0 0 0,0-2-375 0 0,28-8 0 0 0,-17 1-1611 0 0,36-16 1 0 0,-60 23-5190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2.373"/>
    </inkml:context>
    <inkml:brush xml:id="br0">
      <inkml:brushProperty name="width" value="0.035" units="cm"/>
      <inkml:brushProperty name="height" value="0.035" units="cm"/>
      <inkml:brushProperty name="color" value="#CC0066"/>
    </inkml:brush>
  </inkml:definitions>
  <inkml:trace contextRef="#ctx0" brushRef="#br0">1 1 10936 0 0,'0'0'4584'0'0,"7"24"-4008"0"0,-10 17-400 0 0,0 20 7 0 0,6 10-270 0 0,5-2 7 0 0,4-11-1088 0 0,2-11 0 0 0,3-21-768 0 0,-1-14 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3.288"/>
    </inkml:context>
    <inkml:brush xml:id="br0">
      <inkml:brushProperty name="width" value="0.035" units="cm"/>
      <inkml:brushProperty name="height" value="0.035" units="cm"/>
      <inkml:brushProperty name="color" value="#CC0066"/>
    </inkml:brush>
  </inkml:definitions>
  <inkml:trace contextRef="#ctx0" brushRef="#br0">31 1 88 0 0,'0'0'10168'0'0,"-4"3"-9899"0"0,-11 11-74 0 0,14-13-224 0 0,1 0 1 0 0,-1-1-1 0 0,0 1 1 0 0,0 0-1 0 0,1 0 1 0 0,-1 0-1 0 0,0 0 1 0 0,1 0-1 0 0,-1 0 1 0 0,1 0-1 0 0,-1 0 1 0 0,1 0-1 0 0,0 0 1 0 0,-1 0-1 0 0,1 1 1 0 0,-2 6-3879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6.825"/>
    </inkml:context>
    <inkml:brush xml:id="br0">
      <inkml:brushProperty name="width" value="0.035" units="cm"/>
      <inkml:brushProperty name="height" value="0.035" units="cm"/>
      <inkml:brushProperty name="color" value="#CC0066"/>
    </inkml:brush>
  </inkml:definitions>
  <inkml:trace contextRef="#ctx0" brushRef="#br0">40 361 6592 0 0,'0'0'4084'0'0,"5"-3"-3176"0"0,14-8-337 0 0,-1 0 0 0 0,0-2 1 0 0,-1 0-1 0 0,-1-2 1 0 0,0 1-1 0 0,15-19 1 0 0,-21 20-456 0 0,-2-1 1 0 0,1 0 0 0 0,12-28 0 0 0,-11 20-16 0 0,-7 15-51 0 0,0 0 1 0 0,0 0 0 0 0,-1 0 0 0 0,0 0 0 0 0,0 0-1 0 0,-1 0 1 0 0,1-9 0 0 0,-2 14-20 0 0,0-1 0 0 0,0 0-1 0 0,0 1 1 0 0,0-1 0 0 0,0 0 0 0 0,-1 1 0 0 0,1-1-1 0 0,-1 1 1 0 0,0-1 0 0 0,0 1 0 0 0,0-1-1 0 0,0 1 1 0 0,0-1 0 0 0,0 1 0 0 0,-1 0 0 0 0,1 0-1 0 0,-1 0 1 0 0,0-1 0 0 0,1 1 0 0 0,-1 1 0 0 0,0-1-1 0 0,-4-2 1 0 0,1 1-33 0 0,0 0 0 0 0,0 0 0 0 0,-1 1 0 0 0,1-1 0 0 0,-1 1 1 0 0,0 1-1 0 0,0-1 0 0 0,1 1 0 0 0,-1 0 0 0 0,0 1 0 0 0,0-1 0 0 0,0 1 0 0 0,0 0 0 0 0,-6 1 0 0 0,1 1 3 0 0,0 0-1 0 0,1 0 0 0 0,-1 1 1 0 0,1 1-1 0 0,0-1 0 0 0,-19 11 0 0 0,25-11-2 0 0,1-1-1 0 0,0 1 0 0 0,0-1 0 0 0,0 1 1 0 0,0 0-1 0 0,0 0 0 0 0,0 0 0 0 0,1 0 0 0 0,-1 1 1 0 0,1-1-1 0 0,0 1 0 0 0,0 0 0 0 0,1-1 0 0 0,-1 1 1 0 0,1 0-1 0 0,-1 0 0 0 0,1 0 0 0 0,0 0 0 0 0,0 7 1 0 0,0-6-47 0 0,1 0 1 0 0,0 1-1 0 0,0-1 0 0 0,0 1 1 0 0,1-1-1 0 0,-1 0 1 0 0,1 1-1 0 0,1-1 1 0 0,-1 0-1 0 0,1 0 1 0 0,0 0-1 0 0,0 0 1 0 0,0 0-1 0 0,4 6 1 0 0,-3-8-9 0 0,-1 0 1 0 0,1-1 0 0 0,-1 1-1 0 0,1-1 1 0 0,0 1 0 0 0,0-1-1 0 0,0 0 1 0 0,0 0 0 0 0,0 0-1 0 0,0-1 1 0 0,0 1 0 0 0,1-1-1 0 0,-1 0 1 0 0,1 0 0 0 0,5 1-1 0 0,4 0-124 0 0,1 0-1 0 0,25-1 0 0 0,-5 0-37 0 0,-9-1 54 0 0,-15 0 33 0 0,0 0 1 0 0,19 3-1 0 0,-27-3 110 0 0,0 1 1 0 0,0-1-1 0 0,0 1 0 0 0,0 0 0 0 0,0 0 0 0 0,0-1 1 0 0,0 1-1 0 0,0 0 0 0 0,0 1 0 0 0,0-1 0 0 0,-1 0 0 0 0,1 0 1 0 0,0 1-1 0 0,-1-1 0 0 0,1 1 0 0 0,-1-1 0 0 0,0 1 0 0 0,3 3 1 0 0,-1 2-37 0 0,-1 0 1 0 0,1 0-1 0 0,-1 1 1 0 0,-1-1-1 0 0,1 0 1 0 0,-1 1-1 0 0,0-1 1 0 0,-1 1 0 0 0,0 0-1 0 0,-1 11 1 0 0,-2 6-591 0 0,-11 44 1 0 0,13-64 499 0 0,-1 0 0 0 0,0 0 0 0 0,0 0-1 0 0,-1 0 1 0 0,0 0 0 0 0,0 0 0 0 0,0-1 0 0 0,0 1 0 0 0,0-1 0 0 0,-1 0 0 0 0,0 0 0 0 0,0 0-1 0 0,0 0 1 0 0,-6 3 0 0 0,1 1 123 0 0,-5 4-70 0 0,4-2 81 0 0,0-1-1 0 0,-14 8 0 0 0,20-14 85 0 0,1-1 0 0 0,-1 0 0 0 0,1-1 1 0 0,-1 1-1 0 0,0-1 0 0 0,0 1 0 0 0,0-1 1 0 0,0 0-1 0 0,0 0 0 0 0,0-1 0 0 0,0 0 0 0 0,-4 1 1 0 0,6-1 3 0 0,0 0 0 0 0,0-1 0 0 0,0 1 0 0 0,0 0 0 0 0,0-1 0 0 0,0 0 0 0 0,0 1 0 0 0,0-1 0 0 0,1 0 0 0 0,-1 0 0 0 0,0 0 0 0 0,0 0 0 0 0,1 0 0 0 0,-1 0 0 0 0,1 0 0 0 0,-1-1 0 0 0,-1-2 0 0 0,1 2 1 0 0,0-1 0 0 0,0 0 0 0 0,0 0-1 0 0,1 0 1 0 0,-1 0 0 0 0,1 0 0 0 0,0 0 0 0 0,0-1-1 0 0,-1-5 1 0 0,1 2-59 0 0,0-1-1 0 0,1 0 0 0 0,0 0 1 0 0,0 0-1 0 0,1 0 0 0 0,0 0 1 0 0,0 1-1 0 0,3-10 0 0 0,8-15-2239 0 0,32-57 0 0 0,-20 42-2375 0 0,-21 41 1860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7.399"/>
    </inkml:context>
    <inkml:brush xml:id="br0">
      <inkml:brushProperty name="width" value="0.035" units="cm"/>
      <inkml:brushProperty name="height" value="0.035" units="cm"/>
      <inkml:brushProperty name="color" value="#CC0066"/>
    </inkml:brush>
  </inkml:definitions>
  <inkml:trace contextRef="#ctx0" brushRef="#br0">369 1 10832 0 0,'0'0'3746'0'0,"-7"5"-3235"0"0,-20 19 9 0 0,-38 44 0 0 0,25-17-244 0 0,2 1 0 0 0,-47 87 0 0 0,66-103-277 0 0,2 2 1 0 0,1 0-1 0 0,2 1 0 0 0,2 1 1 0 0,-8 43-1 0 0,17-70-62 0 0,1 0-1 0 0,0 0 1 0 0,1 0 0 0 0,0 0 0 0 0,1 0 0 0 0,1 0 0 0 0,4 23-1 0 0,-4-33 11 0 0,-1 0-1 0 0,2 0 0 0 0,-1 0 0 0 0,0-1 0 0 0,1 1 0 0 0,-1 0 0 0 0,1-1 0 0 0,0 1 0 0 0,0-1 0 0 0,0 1 0 0 0,0-1 0 0 0,0 0 0 0 0,0 0 0 0 0,1 0 0 0 0,3 2 0 0 0,-2-1-85 0 0,0-1 0 0 0,1 0 1 0 0,-1 0-1 0 0,1-1 0 0 0,0 1 1 0 0,-1-1-1 0 0,1 0 0 0 0,10 0 1 0 0,1-1-360 0 0,0 0 0 0 0,1-2 0 0 0,-1 0 0 0 0,29-7 0 0 0,26-12-2195 0 0,-57 17-3932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7.975"/>
    </inkml:context>
    <inkml:brush xml:id="br0">
      <inkml:brushProperty name="width" value="0.035" units="cm"/>
      <inkml:brushProperty name="height" value="0.035" units="cm"/>
      <inkml:brushProperty name="color" value="#CC0066"/>
    </inkml:brush>
  </inkml:definitions>
  <inkml:trace contextRef="#ctx0" brushRef="#br0">1 21 6952 0 0,'0'0'3241'0'0,"4"5"-2632"0"0,4 7-434 0 0,-1 0-1 0 0,-1 0 0 0 0,0 1 0 0 0,0 0 0 0 0,-1 0 1 0 0,-1 1-1 0 0,0-1 0 0 0,-1 1 0 0 0,-1 0 1 0 0,0-1-1 0 0,0 29 0 0 0,-2-41-99 0 0,0 0 0 0 0,0 0 0 0 0,0-1 0 0 0,0 1 0 0 0,0 0 0 0 0,0 0-1 0 0,0-1 1 0 0,0 1 0 0 0,1 0 0 0 0,-1-1 0 0 0,0 1 0 0 0,0 0 0 0 0,1-1 0 0 0,-1 1 0 0 0,0 0 0 0 0,1-1 0 0 0,-1 1 0 0 0,1 0 0 0 0,-1 0-58 0 0,1-1 0 0 0,-1 0 0 0 0,1 0 0 0 0,-1 0 0 0 0,0 0 0 0 0,1 0 0 0 0,-1 0 0 0 0,1 0 0 0 0,-1 0 0 0 0,0 0 0 0 0,1 0 0 0 0,-1 0 0 0 0,0 0 0 0 0,1 0 0 0 0,-1-1 0 0 0,1 1 0 0 0,-1 0 0 0 0,0 0 0 0 0,1 0 0 0 0,-1 0 0 0 0,0-1 0 0 0,1 1 0 0 0,-1 0 0 0 0,1-1 0 0 0,4-4-101 0 0,0 0 1 0 0,0 0 0 0 0,5-7 0 0 0,-1 1 187 0 0,14-13-223 0 0,1 1-1 0 0,1 1 1 0 0,1 1 0 0 0,0 1 0 0 0,2 2-1 0 0,50-26 1 0 0,-73 41 89 0 0,0 1 0 0 0,1 0-1 0 0,-1 1 1 0 0,0-1 0 0 0,9 0 0 0 0,-13 2 21 0 0,1 0 0 0 0,0 0 0 0 0,0 0 1 0 0,-1 0-1 0 0,1 0 0 0 0,0 0 0 0 0,-1 1 0 0 0,1-1 1 0 0,0 1-1 0 0,-1-1 0 0 0,1 1 0 0 0,-1-1 1 0 0,1 1-1 0 0,-1 0 0 0 0,1 0 0 0 0,-1 0 0 0 0,0 0 1 0 0,1 0-1 0 0,-1 0 0 0 0,0 0 0 0 0,2 3 1 0 0,4 6-95 0 0,0 0 0 0 0,-2 1 0 0 0,1-1 0 0 0,7 23 0 0 0,-7-18-992 0 0,15 29 1 0 0,-21-44 872 0 0,0 1 0 0 0,1 0 0 0 0,-1-1 0 0 0,1 1 0 0 0,-1 0 0 0 0,1-1 0 0 0,-1 1 0 0 0,1-1 0 0 0,-1 1 0 0 0,1-1 0 0 0,0 1 0 0 0,-1-1 0 0 0,1 1 0 0 0,0-1 0 0 0,-1 0 0 0 0,1 1 0 0 0,0-1 0 0 0,-1 0 0 0 0,1 1 0 0 0,0-1 0 0 0,0 0 0 0 0,-1 0 0 0 0,1 0 0 0 0,0 0 0 0 0,0 0 0 0 0,0 0 0 0 0,-1 0 0 0 0,1 0 0 0 0,0 0 0 0 0,0 0 1 0 0,0 0-1 0 0,0-1 0 0 0,1 1-2285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8.518"/>
    </inkml:context>
    <inkml:brush xml:id="br0">
      <inkml:brushProperty name="width" value="0.035" units="cm"/>
      <inkml:brushProperty name="height" value="0.035" units="cm"/>
      <inkml:brushProperty name="color" value="#CC0066"/>
    </inkml:brush>
  </inkml:definitions>
  <inkml:trace contextRef="#ctx0" brushRef="#br0">231 57 8400 0 0,'0'0'5824'0'0,"-3"-5"-5527"0"0,1 1-272 0 0,-2-1 89 0 0,1-1 1 0 0,-1 1-1 0 0,-7-9 0 0 0,9 13-89 0 0,1-1 0 0 0,-1 0-1 0 0,0 1 1 0 0,0-1-1 0 0,0 1 1 0 0,0 0 0 0 0,0 0-1 0 0,-1 0 1 0 0,1 0-1 0 0,0 0 1 0 0,-1 0 0 0 0,1 0-1 0 0,0 1 1 0 0,-1-1-1 0 0,-2 1 1 0 0,1 0 5 0 0,-1 0 0 0 0,1 1-1 0 0,0 0 1 0 0,-1 0 0 0 0,1 0 0 0 0,0 0 0 0 0,0 1-1 0 0,0-1 1 0 0,0 1 0 0 0,0 0 0 0 0,-6 5 0 0 0,1-1 11 0 0,0 0 0 0 0,1 1 0 0 0,-12 12 1 0 0,19-18-45 0 0,1-1 1 0 0,-1 1 0 0 0,0-1 0 0 0,1 1 0 0 0,-1-1 0 0 0,1 1 0 0 0,-1 0 0 0 0,1-1 0 0 0,0 1 0 0 0,-1 0 0 0 0,1-1 0 0 0,-1 1 0 0 0,1 0 0 0 0,0 0 0 0 0,0-1 0 0 0,-1 1-1 0 0,1 0 1 0 0,0 0 0 0 0,0 0 0 0 0,0-1 0 0 0,0 1 0 0 0,0 0 0 0 0,0 0 0 0 0,0 0 0 0 0,0-1 0 0 0,0 1 0 0 0,1 0 0 0 0,-1 0 0 0 0,0-1 0 0 0,0 1 0 0 0,1 0-1 0 0,-1 0 1 0 0,0-1 0 0 0,1 1 0 0 0,-1 0 0 0 0,1-1 0 0 0,-1 1 0 0 0,1 0 0 0 0,-1-1 0 0 0,1 1 0 0 0,0-1 0 0 0,-1 1 0 0 0,2 0 0 0 0,3 2 12 0 0,1 1 0 0 0,0-2 0 0 0,-1 1 0 0 0,12 3 0 0 0,0 1-17 0 0,-10-4 16 0 0,0 1 1 0 0,1 0 0 0 0,-1 1-1 0 0,-1 0 1 0 0,1 0 0 0 0,-1 0-1 0 0,0 1 1 0 0,0 0 0 0 0,0 0-1 0 0,5 8 1 0 0,-9-10-8 0 0,0-1-1 0 0,0 0 1 0 0,0 1-1 0 0,-1 0 0 0 0,1-1 1 0 0,-1 1-1 0 0,0 0 1 0 0,0 0-1 0 0,-1 0 1 0 0,1 0-1 0 0,-1-1 1 0 0,1 1-1 0 0,-1 0 0 0 0,-1 0 1 0 0,1 0-1 0 0,0 0 1 0 0,-1 0-1 0 0,0 0 1 0 0,0 0-1 0 0,0-1 1 0 0,0 1-1 0 0,-1 0 0 0 0,-3 6 1 0 0,-1 1 7 0 0,-1 0 1 0 0,0-1-1 0 0,-1 0 1 0 0,0 0-1 0 0,-12 10 1 0 0,-51 40-113 0 0,-3 3-3584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8.705"/>
    </inkml:context>
    <inkml:brush xml:id="br0">
      <inkml:brushProperty name="width" value="0.035" units="cm"/>
      <inkml:brushProperty name="height" value="0.035" units="cm"/>
      <inkml:brushProperty name="color" value="#CC0066"/>
    </inkml:brush>
  </inkml:definitions>
  <inkml:trace contextRef="#ctx0" brushRef="#br0">1 0 3968 0 0,'0'0'0'0'0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38.936"/>
    </inkml:context>
    <inkml:brush xml:id="br0">
      <inkml:brushProperty name="width" value="0.035" units="cm"/>
      <inkml:brushProperty name="height" value="0.035" units="cm"/>
      <inkml:brushProperty name="color" value="#CC0066"/>
    </inkml:brush>
  </inkml:definitions>
  <inkml:trace contextRef="#ctx0" brushRef="#br0">1 40 6864 0 0,'0'0'3632'0'0,"6"-3"-2804"0"0,7-4-601 0 0,0 1 1 0 0,1 1-1 0 0,0 0 1 0 0,0 1-1 0 0,20-3 1 0 0,-27 6-155 0 0,0 0 0 0 0,1 0-1 0 0,-1 1 1 0 0,0 0 0 0 0,1 1 0 0 0,-1-1 0 0 0,0 2-1 0 0,0-1 1 0 0,0 1 0 0 0,0 0 0 0 0,0 0 0 0 0,0 1-1 0 0,0-1 1 0 0,10 8 0 0 0,-1 3 19 0 0,0 1 0 0 0,-2 0 0 0 0,1 1 0 0 0,-2 1 0 0 0,0 0 0 0 0,12 21 0 0 0,-17-24 18 0 0,0 1 0 0 0,0 0 0 0 0,-2 0 0 0 0,1 1 0 0 0,-2 0 0 0 0,0 0 0 0 0,5 30 0 0 0,-8-35-40 0 0,-1 1 0 0 0,0-1-1 0 0,-1 0 1 0 0,-1 1-1 0 0,1-1 1 0 0,-2 0-1 0 0,1 1 1 0 0,-1-1 0 0 0,-1 0-1 0 0,0 0 1 0 0,0-1-1 0 0,-1 1 1 0 0,-6 11 0 0 0,0-5-117 0 0,-1-2 0 0 0,0 1 0 0 0,-1-1 0 0 0,-1-1 0 0 0,0 0 0 0 0,0-1 0 0 0,-2 0 0 0 0,-23 15 0 0 0,0-3-2367 0 0,-82 37 0 0 0,107-56-5559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46.410"/>
    </inkml:context>
    <inkml:brush xml:id="br0">
      <inkml:brushProperty name="width" value="0.035" units="cm"/>
      <inkml:brushProperty name="height" value="0.035" units="cm"/>
      <inkml:brushProperty name="color" value="#CC0066"/>
    </inkml:brush>
  </inkml:definitions>
  <inkml:trace contextRef="#ctx0" brushRef="#br0">1 60 6312 0 0,'0'0'2872'0'0,"0"-5"-2736"0"0,0-1-141 0 0,-1-4 603 0 0,1-1 1 0 0,2-15-1 0 0,0 24 1453 0 0,-1 10-1416 0 0,1 20-907 0 0,-1-18 502 0 0,7 78-65 0 0,3 0 0 0 0,27 97 0 0 0,-32-163-93 0 0,1 0 0 0 0,14 30 1 0 0,-15-41-125 0 0,1 1-1 0 0,-1 0 1 0 0,2-1 0 0 0,-1-1 0 0 0,16 17 0 0 0,-22-26-68 0 0,0 0 1 0 0,0 0-1 0 0,0-1 0 0 0,0 1 1 0 0,0 0-1 0 0,-1-1 1 0 0,1 1-1 0 0,0-1 0 0 0,1 0 1 0 0,-1 1-1 0 0,0-1 0 0 0,0 0 1 0 0,0 1-1 0 0,0-1 1 0 0,0 0-1 0 0,0 0 0 0 0,0 0 1 0 0,0 0-1 0 0,0 0 1 0 0,1 0-1 0 0,-1 0 0 0 0,0 0 1 0 0,0-1-1 0 0,0 1 0 0 0,0 0 1 0 0,0-1-1 0 0,0 1 1 0 0,0 0-1 0 0,0-1 0 0 0,0 0 1 0 0,0 1-1 0 0,0-1 0 0 0,0 1 1 0 0,0-1-1 0 0,-1 0 1 0 0,2-1-1 0 0,2-1-900 0 0,-1 0-1 0 0,0-1 1 0 0,0 0-1 0 0,0 0 1 0 0,0 0-1 0 0,3-7 1 0 0,-5 9-940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46.954"/>
    </inkml:context>
    <inkml:brush xml:id="br0">
      <inkml:brushProperty name="width" value="0.035" units="cm"/>
      <inkml:brushProperty name="height" value="0.035" units="cm"/>
      <inkml:brushProperty name="color" value="#CC0066"/>
    </inkml:brush>
  </inkml:definitions>
  <inkml:trace contextRef="#ctx0" brushRef="#br0">67 89 5144 0 0,'-2'-6'1048'0'0,"-8"-13"577"0"0,-16-27 0 0 0,15 29 1995 0 0,11 19-3266 0 0,0 2-295 0 0,0 1 0 0 0,0-1 0 0 0,0 0 0 0 0,0 1 0 0 0,2 5 0 0 0,0 2-12 0 0,40 357 225 0 0,-29-242 93 0 0,-7-73 206 0 0,-4-41-735 0 0,-2-13 155 0 0,0 0 0 0 0,1 0 0 0 0,-1 0 0 0 0,0 0 0 0 0,0 0 0 0 0,0 0 0 0 0,0 0 0 0 0,0 0 0 0 0,0 0 0 0 0,0 0 0 0 0,0 0 0 0 0,0 0 0 0 0,0 0-1 0 0,0 0 1 0 0,0 0 0 0 0,0 0 0 0 0,0 0 0 0 0,0 0 0 0 0,0 0 0 0 0,0 0 0 0 0,0 0 0 0 0,0 0 0 0 0,0-1 0 0 0,0 1 0 0 0,0 0 0 0 0,0 0 0 0 0,0 0 0 0 0,0 0 0 0 0,0 0 0 0 0,0 0-1 0 0,1 0 1 0 0,-1 0 0 0 0,0 0 0 0 0,0 0 0 0 0,0 0 0 0 0,0 0 0 0 0,0 0 0 0 0,0 0 0 0 0,0 0 0 0 0,0 1 0 0 0,0-1 0 0 0,0 0 0 0 0,0 0 0 0 0,0 0 0 0 0,0 0 0 0 0,0 0-1 0 0,0 0 1 0 0,0 0 0 0 0,0 0 0 0 0,0 0 0 0 0,0 0 0 0 0,0 0 0 0 0,0 0 0 0 0,0 0 0 0 0,0 0 0 0 0,4-22-1263 0 0,-1 3 855 0 0,3-20 218 0 0,-1-1 0 0 0,-2 1 0 0 0,-2-1 0 0 0,-1 0-1 0 0,-3 0 1 0 0,-1 1 0 0 0,-1-1 0 0 0,-18-59 0 0 0,-15-44 1786 0 0,36 135-1458 0 0,2 6 477 0 0,0 4 35 0 0,-1 8-268 0 0,-25 451 571 0 0,26-460-946 0 0,-7 116 149 0 0,8-96-390 0 0,-1-1 1 0 0,2 0-1 0 0,8 34 1 0 0,-9-50 64 0 0,0-1 0 0 0,0 1 0 0 0,0-1 0 0 0,0 0 0 0 0,1 0 0 0 0,0 1 1 0 0,-1-1-1 0 0,1 0 0 0 0,5 5 0 0 0,6 6-3862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48.401"/>
    </inkml:context>
    <inkml:brush xml:id="br0">
      <inkml:brushProperty name="width" value="0.035" units="cm"/>
      <inkml:brushProperty name="height" value="0.035" units="cm"/>
      <inkml:brushProperty name="color" value="#CC0066"/>
    </inkml:brush>
  </inkml:definitions>
  <inkml:trace contextRef="#ctx0" brushRef="#br0">77 122 7944 0 0,'0'0'1978'0'0,"-3"-5"-972"0"0,-13-14-65 0 0,10 9 696 0 0,6 20-1351 0 0,-6 82 97 0 0,7 99 1 0 0,2-146-297 0 0,2-1-1 0 0,1-1 1 0 0,3 1 0 0 0,21 61 0 0 0,-21-81-61 0 0,-5-16-14 0 0,-1-1 0 0 0,0 1 0 0 0,-1 0 0 0 0,0 0 0 0 0,0 0 0 0 0,1 10 1 0 0,-3-17-99 0 0,-4-11-555 0 0,-4-34 372 0 0,2-1 0 0 0,0-50 1 0 0,0 3-245 0 0,-3 4-26 0 0,-11-158-1327 0 0,16 149 1047 0 0,4 94 820 0 0,-1 0-1 0 0,1 0 0 0 0,-1 0 0 0 0,1 0 1 0 0,-1 0-1 0 0,0 0 0 0 0,0 1 1 0 0,0-1-1 0 0,-2-4 0 0 0,2 7 30 0 0,1 0-1 0 0,0 0 1 0 0,0 0 0 0 0,0-1-1 0 0,-1 1 1 0 0,1 0-1 0 0,0 0 1 0 0,0 0 0 0 0,0 0-1 0 0,-1 0 1 0 0,1 0 0 0 0,0 0-1 0 0,0 0 1 0 0,-1 0 0 0 0,1 0-1 0 0,0 0 1 0 0,0 0-1 0 0,0 0 1 0 0,-1 0 0 0 0,1 0-1 0 0,0 0 1 0 0,0 0 0 0 0,-1 0-1 0 0,1 0 1 0 0,0 1 0 0 0,0-1-1 0 0,0 0 1 0 0,-1 0-1 0 0,1 0 1 0 0,0 0 0 0 0,0 0-1 0 0,0 0 1 0 0,0 1 0 0 0,-1-1-1 0 0,1 0 1 0 0,0 1 80 0 0,-2 0-6 0 0,0 1 1 0 0,0 0-1 0 0,0 0 0 0 0,0 0 0 0 0,1 0 0 0 0,-1 0 0 0 0,1 1 1 0 0,0-1-1 0 0,0 0 0 0 0,0 1 0 0 0,-1 2 0 0 0,-9 32 415 0 0,9-28-422 0 0,-4 25 142 0 0,1 0 1 0 0,2 0-1 0 0,1 1 1 0 0,4 53 0 0 0,25 140 162 0 0,21-13-920 0 0,-37-185-2539 0 0,-17-43-2968 0 0,2-2 3748 0 0,3 11 298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2T16:47:48.586"/>
    </inkml:context>
    <inkml:brush xml:id="br0">
      <inkml:brushProperty name="width" value="0.035" units="cm"/>
      <inkml:brushProperty name="height" value="0.035" units="cm"/>
      <inkml:brushProperty name="color" value="#CC0066"/>
    </inkml:brush>
  </inkml:definitions>
  <inkml:trace contextRef="#ctx0" brushRef="#br0">27 376 88 0 0,'-11'-68'2656'0'0,"2"0"1"0"0,2-113-1 0 0,7 178-2547 0 0,4-31 755 0 0,-4 33-809 0 0,0 0 0 0 0,1 0 0 0 0,-1 0 0 0 0,0 0 0 0 0,0 0 0 0 0,0 0 0 0 0,1 0 0 0 0,-1 0 0 0 0,1 0 0 0 0,-1 1 0 0 0,1-1 0 0 0,-1 0 0 0 0,1 0 0 0 0,-1 0 0 0 0,1 1 0 0 0,0-1 0 0 0,-1 0 0 0 0,1 1 0 0 0,0-1 0 0 0,-1 0 0 0 0,1 1 0 0 0,0-1 0 0 0,0 1 0 0 0,0-1 0 0 0,0 1 0 0 0,0 0 0 0 0,-1-1 0 0 0,3 1 0 0 0,-3 0-22 0 0,1 0 1 0 0,-1 0-1 0 0,1 0 0 0 0,-1 0 1 0 0,1 0-1 0 0,-1 0 0 0 0,1 0 1 0 0,-1 1-1 0 0,1-1 0 0 0,-1 0 1 0 0,1 0-1 0 0,-1 1 0 0 0,1-1 1 0 0,-1 0-1 0 0,0 1 0 0 0,1-1 1 0 0,-1 0-1 0 0,0 1 0 0 0,1-1 1 0 0,-1 0-1 0 0,0 1 0 0 0,1-1 1 0 0,-1 2-1 0 0,6 13 182 0 0,-4-7-58 0 0,10 34 66 0 0,-2 1 1 0 0,-1 0 0 0 0,4 88-1 0 0,-14 134 95 0 0,0-218-439 0 0,0 131-818 0 0,2-155 20 0 0,2 0 1 0 0,0 0-1 0 0,2-1 0 0 0,0 1 1 0 0,13 31-1 0 0,-16-48-3774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1F93D-ECAB-2D02-3786-D67AC19735F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6FC50A43-FDE9-9486-A5EF-4DE512E98E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E55D9B66-0277-AE81-9EC5-C83D518AFC82}"/>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5" name="Footer Placeholder 4">
            <a:extLst>
              <a:ext uri="{FF2B5EF4-FFF2-40B4-BE49-F238E27FC236}">
                <a16:creationId xmlns:a16="http://schemas.microsoft.com/office/drawing/2014/main" id="{B75AE4EB-F460-C4A5-3667-E2363DBE95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103198-5557-33B8-A44D-6D0DBA831C83}"/>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3264408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5E62F-93A7-E001-5826-B8835401D0F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089F8F0-8770-20F6-348E-32E40209F77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2FFB721-6204-A174-FD41-7196B0942187}"/>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5" name="Footer Placeholder 4">
            <a:extLst>
              <a:ext uri="{FF2B5EF4-FFF2-40B4-BE49-F238E27FC236}">
                <a16:creationId xmlns:a16="http://schemas.microsoft.com/office/drawing/2014/main" id="{365E602D-551E-9E85-16C6-0E4A7ABC1E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54FF85-65D9-5735-3800-DC07B17C7120}"/>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32256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204B-D70E-A133-0E88-785C2D84EF7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791EFE49-FCD4-E410-F8DE-908EB484CE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4A2A69F-D7B9-FB21-0726-A9A68575E6DC}"/>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5" name="Footer Placeholder 4">
            <a:extLst>
              <a:ext uri="{FF2B5EF4-FFF2-40B4-BE49-F238E27FC236}">
                <a16:creationId xmlns:a16="http://schemas.microsoft.com/office/drawing/2014/main" id="{0F94F556-121F-9F73-49EE-AA30B3AA25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DAB05A-FEF4-8BCB-3696-5781410989F7}"/>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1418367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B9F5-FC13-9140-F28A-1E783FD6E50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8D54041-970A-DE30-D131-CABB20B2A35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DDCFA247-DE9C-B403-03B8-039D924D98D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1C98755-B30A-D5C6-2229-5AA90E34F47C}"/>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6" name="Footer Placeholder 5">
            <a:extLst>
              <a:ext uri="{FF2B5EF4-FFF2-40B4-BE49-F238E27FC236}">
                <a16:creationId xmlns:a16="http://schemas.microsoft.com/office/drawing/2014/main" id="{BB64E0BC-9A14-4439-D2A3-E4C03E90DD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4E7DEE5-84DB-D8E6-A5A5-D8F7667AD376}"/>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1907231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599CE-3CF3-E03C-9326-854C59770107}"/>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7EC2B00-8FC7-21F2-C648-B8973BDB44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D898044-04E6-7555-E34B-99B8434494E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F21AE87-33E5-89F7-C120-A9B0A97581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77B1D1C-9A28-52D1-703C-B31F96F3D4C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C33C7E2E-AC09-A862-D8E6-C394EEC7D6DF}"/>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8" name="Footer Placeholder 7">
            <a:extLst>
              <a:ext uri="{FF2B5EF4-FFF2-40B4-BE49-F238E27FC236}">
                <a16:creationId xmlns:a16="http://schemas.microsoft.com/office/drawing/2014/main" id="{A8DD9B1C-1441-5790-26B1-094299C8050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DFBE44A-C876-0CA1-5CD9-1D6F2930A9A1}"/>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2106381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704B9-851A-AD99-2CCD-5004EF18CE3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5385AF8-C72B-1474-354E-9D52E475A028}"/>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4" name="Footer Placeholder 3">
            <a:extLst>
              <a:ext uri="{FF2B5EF4-FFF2-40B4-BE49-F238E27FC236}">
                <a16:creationId xmlns:a16="http://schemas.microsoft.com/office/drawing/2014/main" id="{4F797B42-DE26-54BA-6853-32B74A23BAE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6FB4FE4-4AD6-C455-D065-DA8CC16E970B}"/>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2038422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7C49C-0409-1670-D62D-0328B9903671}"/>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3" name="Footer Placeholder 2">
            <a:extLst>
              <a:ext uri="{FF2B5EF4-FFF2-40B4-BE49-F238E27FC236}">
                <a16:creationId xmlns:a16="http://schemas.microsoft.com/office/drawing/2014/main" id="{3E196462-2BF4-EEA2-863B-5432C9E9C76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45DE120-7D86-18CE-FB4D-22769C62A942}"/>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3170421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5AE74-2414-E325-5E12-1AF31BF4A93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9C45714-29B5-4876-EBA8-18A900A9E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F382E50-C219-8A18-927F-591ADF0252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58D9E46-6B31-6140-23F1-9F1FCFA6DBA8}"/>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6" name="Footer Placeholder 5">
            <a:extLst>
              <a:ext uri="{FF2B5EF4-FFF2-40B4-BE49-F238E27FC236}">
                <a16:creationId xmlns:a16="http://schemas.microsoft.com/office/drawing/2014/main" id="{945AAD27-10D0-1635-EE0F-8CF6DDB08C8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457E06D-3478-7E02-0DE7-C6CB0BE8E583}"/>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4247792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ADF91-D8C9-FB8B-D9EE-FD9A3B43E9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42A07F4C-C5B8-B0C3-91CA-CE26AE1F08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7D4EFF5-2FD9-0160-E612-7FE68AFC65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80FBD60-3EF4-6014-7684-B98B46372C09}"/>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6" name="Footer Placeholder 5">
            <a:extLst>
              <a:ext uri="{FF2B5EF4-FFF2-40B4-BE49-F238E27FC236}">
                <a16:creationId xmlns:a16="http://schemas.microsoft.com/office/drawing/2014/main" id="{0890D400-0A67-E3A3-CA5E-C8A296E1A9B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A79725-EDB9-3954-8470-503A69CC953C}"/>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1087440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72BEA-6AD9-21D1-7B39-0E86D6801BD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688B991-E880-E280-B881-B877A22B6F8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3FFEF62-DF96-62AE-37D2-BF4F2B63C323}"/>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5" name="Footer Placeholder 4">
            <a:extLst>
              <a:ext uri="{FF2B5EF4-FFF2-40B4-BE49-F238E27FC236}">
                <a16:creationId xmlns:a16="http://schemas.microsoft.com/office/drawing/2014/main" id="{4156191F-B810-1EED-17E1-F4FC9140AB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5B700A-77A0-7AD9-84C5-8D92942C710B}"/>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3293686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069AF1-F3D9-06E5-5FB1-0BD1DCE64F9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90B0655-E338-14F1-E8C2-F6AC96ED7DF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1BC76A5-01E4-4712-2C02-E23155303148}"/>
              </a:ext>
            </a:extLst>
          </p:cNvPr>
          <p:cNvSpPr>
            <a:spLocks noGrp="1"/>
          </p:cNvSpPr>
          <p:nvPr>
            <p:ph type="dt" sz="half" idx="10"/>
          </p:nvPr>
        </p:nvSpPr>
        <p:spPr/>
        <p:txBody>
          <a:bodyPr/>
          <a:lstStyle/>
          <a:p>
            <a:fld id="{8736CA94-4569-4A4A-B719-C3FFFB4A472C}" type="datetimeFigureOut">
              <a:rPr lang="en-GB" smtClean="0"/>
              <a:t>03/11/2025</a:t>
            </a:fld>
            <a:endParaRPr lang="en-GB"/>
          </a:p>
        </p:txBody>
      </p:sp>
      <p:sp>
        <p:nvSpPr>
          <p:cNvPr id="5" name="Footer Placeholder 4">
            <a:extLst>
              <a:ext uri="{FF2B5EF4-FFF2-40B4-BE49-F238E27FC236}">
                <a16:creationId xmlns:a16="http://schemas.microsoft.com/office/drawing/2014/main" id="{12B36C54-47CD-8D1F-0A66-DF9BF0E7D56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BE5291-6622-9596-46E3-DB3363B01064}"/>
              </a:ext>
            </a:extLst>
          </p:cNvPr>
          <p:cNvSpPr>
            <a:spLocks noGrp="1"/>
          </p:cNvSpPr>
          <p:nvPr>
            <p:ph type="sldNum" sz="quarter" idx="12"/>
          </p:nvPr>
        </p:nvSpPr>
        <p:spPr/>
        <p:txBody>
          <a:bodyPr/>
          <a:lstStyle/>
          <a:p>
            <a:fld id="{979272A8-3F70-4C39-A286-662FB00CDDAF}" type="slidenum">
              <a:rPr lang="en-GB" smtClean="0"/>
              <a:t>‹#›</a:t>
            </a:fld>
            <a:endParaRPr lang="en-GB"/>
          </a:p>
        </p:txBody>
      </p:sp>
    </p:spTree>
    <p:extLst>
      <p:ext uri="{BB962C8B-B14F-4D97-AF65-F5344CB8AC3E}">
        <p14:creationId xmlns:p14="http://schemas.microsoft.com/office/powerpoint/2010/main" val="4134620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09C4C5-6AC1-A026-5FE6-4D2C3CC458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CDAEA436-07CC-C200-0638-83BD3E9A6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9E1DE84-A19B-63AD-6178-1BC7853E60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36CA94-4569-4A4A-B719-C3FFFB4A472C}" type="datetimeFigureOut">
              <a:rPr lang="en-GB" smtClean="0"/>
              <a:t>03/11/2025</a:t>
            </a:fld>
            <a:endParaRPr lang="en-GB"/>
          </a:p>
        </p:txBody>
      </p:sp>
      <p:sp>
        <p:nvSpPr>
          <p:cNvPr id="5" name="Footer Placeholder 4">
            <a:extLst>
              <a:ext uri="{FF2B5EF4-FFF2-40B4-BE49-F238E27FC236}">
                <a16:creationId xmlns:a16="http://schemas.microsoft.com/office/drawing/2014/main" id="{3DFFA1F3-C0C4-840A-E9F4-E011145E9A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55B04BD-2E78-C475-E68D-7A1DD5F28A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9272A8-3F70-4C39-A286-662FB00CDDAF}" type="slidenum">
              <a:rPr lang="en-GB" smtClean="0"/>
              <a:t>‹#›</a:t>
            </a:fld>
            <a:endParaRPr lang="en-GB"/>
          </a:p>
        </p:txBody>
      </p:sp>
    </p:spTree>
    <p:extLst>
      <p:ext uri="{BB962C8B-B14F-4D97-AF65-F5344CB8AC3E}">
        <p14:creationId xmlns:p14="http://schemas.microsoft.com/office/powerpoint/2010/main" val="243145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forum.qiime2.org/t/processing-filtering-and-evaluating-the-silva-database-and-other-reference-sequence-data-with-rescript/15494" TargetMode="External"/><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8.png"/><Relationship Id="rId18" Type="http://schemas.openxmlformats.org/officeDocument/2006/relationships/customXml" Target="../ink/ink8.xml"/><Relationship Id="rId3" Type="http://schemas.openxmlformats.org/officeDocument/2006/relationships/image" Target="../media/image3.png"/><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customXml" Target="../ink/ink5.xml"/><Relationship Id="rId17" Type="http://schemas.openxmlformats.org/officeDocument/2006/relationships/image" Target="../media/image10.png"/><Relationship Id="rId2" Type="http://schemas.openxmlformats.org/officeDocument/2006/relationships/image" Target="../media/image2.png"/><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23" Type="http://schemas.openxmlformats.org/officeDocument/2006/relationships/image" Target="../media/image13.png"/><Relationship Id="rId10" Type="http://schemas.openxmlformats.org/officeDocument/2006/relationships/customXml" Target="../ink/ink4.xml"/><Relationship Id="rId19" Type="http://schemas.openxmlformats.org/officeDocument/2006/relationships/image" Target="../media/image11.png"/><Relationship Id="rId4" Type="http://schemas.openxmlformats.org/officeDocument/2006/relationships/customXml" Target="../ink/ink1.xml"/><Relationship Id="rId9" Type="http://schemas.openxmlformats.org/officeDocument/2006/relationships/image" Target="../media/image6.png"/><Relationship Id="rId14" Type="http://schemas.openxmlformats.org/officeDocument/2006/relationships/customXml" Target="../ink/ink6.xml"/><Relationship Id="rId22" Type="http://schemas.openxmlformats.org/officeDocument/2006/relationships/customXml" Target="../ink/ink10.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6" Type="http://schemas.openxmlformats.org/officeDocument/2006/relationships/image" Target="../media/image160.png"/><Relationship Id="rId21" Type="http://schemas.openxmlformats.org/officeDocument/2006/relationships/customXml" Target="../ink/ink20.xml"/><Relationship Id="rId42" Type="http://schemas.openxmlformats.org/officeDocument/2006/relationships/image" Target="../media/image24.png"/><Relationship Id="rId47" Type="http://schemas.openxmlformats.org/officeDocument/2006/relationships/customXml" Target="../ink/ink33.xml"/><Relationship Id="rId63" Type="http://schemas.openxmlformats.org/officeDocument/2006/relationships/customXml" Target="../ink/ink41.xml"/><Relationship Id="rId68" Type="http://schemas.openxmlformats.org/officeDocument/2006/relationships/customXml" Target="../ink/ink44.xml"/><Relationship Id="rId16" Type="http://schemas.openxmlformats.org/officeDocument/2006/relationships/image" Target="../media/image110.png"/><Relationship Id="rId11" Type="http://schemas.openxmlformats.org/officeDocument/2006/relationships/customXml" Target="../ink/ink15.xml"/><Relationship Id="rId24" Type="http://schemas.openxmlformats.org/officeDocument/2006/relationships/image" Target="../media/image150.png"/><Relationship Id="rId32" Type="http://schemas.openxmlformats.org/officeDocument/2006/relationships/image" Target="../media/image19.png"/><Relationship Id="rId37" Type="http://schemas.openxmlformats.org/officeDocument/2006/relationships/customXml" Target="../ink/ink28.xml"/><Relationship Id="rId40" Type="http://schemas.openxmlformats.org/officeDocument/2006/relationships/image" Target="../media/image23.png"/><Relationship Id="rId45" Type="http://schemas.openxmlformats.org/officeDocument/2006/relationships/customXml" Target="../ink/ink32.xml"/><Relationship Id="rId53" Type="http://schemas.openxmlformats.org/officeDocument/2006/relationships/customXml" Target="../ink/ink36.xml"/><Relationship Id="rId58" Type="http://schemas.openxmlformats.org/officeDocument/2006/relationships/image" Target="../media/image32.png"/><Relationship Id="rId66" Type="http://schemas.openxmlformats.org/officeDocument/2006/relationships/image" Target="../media/image36.png"/><Relationship Id="rId74" Type="http://schemas.openxmlformats.org/officeDocument/2006/relationships/customXml" Target="../ink/ink47.xml"/><Relationship Id="rId5" Type="http://schemas.openxmlformats.org/officeDocument/2006/relationships/customXml" Target="../ink/ink12.xml"/><Relationship Id="rId61" Type="http://schemas.openxmlformats.org/officeDocument/2006/relationships/customXml" Target="../ink/ink40.xml"/><Relationship Id="rId19" Type="http://schemas.openxmlformats.org/officeDocument/2006/relationships/customXml" Target="../ink/ink19.xml"/><Relationship Id="rId14" Type="http://schemas.openxmlformats.org/officeDocument/2006/relationships/image" Target="../media/image100.png"/><Relationship Id="rId22" Type="http://schemas.openxmlformats.org/officeDocument/2006/relationships/image" Target="../media/image14.png"/><Relationship Id="rId27" Type="http://schemas.openxmlformats.org/officeDocument/2006/relationships/customXml" Target="../ink/ink23.xml"/><Relationship Id="rId30" Type="http://schemas.openxmlformats.org/officeDocument/2006/relationships/image" Target="../media/image180.png"/><Relationship Id="rId35" Type="http://schemas.openxmlformats.org/officeDocument/2006/relationships/customXml" Target="../ink/ink27.xml"/><Relationship Id="rId43" Type="http://schemas.openxmlformats.org/officeDocument/2006/relationships/customXml" Target="../ink/ink31.xml"/><Relationship Id="rId48" Type="http://schemas.openxmlformats.org/officeDocument/2006/relationships/image" Target="../media/image27.png"/><Relationship Id="rId56" Type="http://schemas.openxmlformats.org/officeDocument/2006/relationships/image" Target="../media/image31.png"/><Relationship Id="rId64" Type="http://schemas.openxmlformats.org/officeDocument/2006/relationships/image" Target="../media/image35.png"/><Relationship Id="rId69" Type="http://schemas.openxmlformats.org/officeDocument/2006/relationships/image" Target="../media/image37.png"/><Relationship Id="rId77" Type="http://schemas.openxmlformats.org/officeDocument/2006/relationships/image" Target="../media/image41.png"/><Relationship Id="rId8" Type="http://schemas.openxmlformats.org/officeDocument/2006/relationships/image" Target="../media/image70.png"/><Relationship Id="rId51" Type="http://schemas.openxmlformats.org/officeDocument/2006/relationships/customXml" Target="../ink/ink35.xml"/><Relationship Id="rId72" Type="http://schemas.openxmlformats.org/officeDocument/2006/relationships/customXml" Target="../ink/ink46.xml"/><Relationship Id="rId3" Type="http://schemas.openxmlformats.org/officeDocument/2006/relationships/customXml" Target="../ink/ink11.xml"/><Relationship Id="rId12" Type="http://schemas.openxmlformats.org/officeDocument/2006/relationships/image" Target="../media/image90.png"/><Relationship Id="rId17" Type="http://schemas.openxmlformats.org/officeDocument/2006/relationships/customXml" Target="../ink/ink18.xml"/><Relationship Id="rId25" Type="http://schemas.openxmlformats.org/officeDocument/2006/relationships/customXml" Target="../ink/ink22.xml"/><Relationship Id="rId33" Type="http://schemas.openxmlformats.org/officeDocument/2006/relationships/customXml" Target="../ink/ink26.xml"/><Relationship Id="rId38" Type="http://schemas.openxmlformats.org/officeDocument/2006/relationships/image" Target="../media/image22.png"/><Relationship Id="rId46" Type="http://schemas.openxmlformats.org/officeDocument/2006/relationships/image" Target="../media/image26.png"/><Relationship Id="rId59" Type="http://schemas.openxmlformats.org/officeDocument/2006/relationships/customXml" Target="../ink/ink39.xml"/><Relationship Id="rId67" Type="http://schemas.openxmlformats.org/officeDocument/2006/relationships/customXml" Target="../ink/ink43.xml"/><Relationship Id="rId20" Type="http://schemas.openxmlformats.org/officeDocument/2006/relationships/image" Target="../media/image130.png"/><Relationship Id="rId41" Type="http://schemas.openxmlformats.org/officeDocument/2006/relationships/customXml" Target="../ink/ink30.xml"/><Relationship Id="rId54" Type="http://schemas.openxmlformats.org/officeDocument/2006/relationships/image" Target="../media/image30.png"/><Relationship Id="rId62" Type="http://schemas.openxmlformats.org/officeDocument/2006/relationships/image" Target="../media/image34.png"/><Relationship Id="rId70" Type="http://schemas.openxmlformats.org/officeDocument/2006/relationships/customXml" Target="../ink/ink45.xml"/><Relationship Id="rId75"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60.png"/><Relationship Id="rId15" Type="http://schemas.openxmlformats.org/officeDocument/2006/relationships/customXml" Target="../ink/ink17.xml"/><Relationship Id="rId23" Type="http://schemas.openxmlformats.org/officeDocument/2006/relationships/customXml" Target="../ink/ink21.xml"/><Relationship Id="rId28" Type="http://schemas.openxmlformats.org/officeDocument/2006/relationships/image" Target="../media/image170.png"/><Relationship Id="rId36" Type="http://schemas.openxmlformats.org/officeDocument/2006/relationships/image" Target="../media/image21.png"/><Relationship Id="rId49" Type="http://schemas.openxmlformats.org/officeDocument/2006/relationships/customXml" Target="../ink/ink34.xml"/><Relationship Id="rId57" Type="http://schemas.openxmlformats.org/officeDocument/2006/relationships/customXml" Target="../ink/ink38.xml"/><Relationship Id="rId10" Type="http://schemas.openxmlformats.org/officeDocument/2006/relationships/image" Target="../media/image80.png"/><Relationship Id="rId31" Type="http://schemas.openxmlformats.org/officeDocument/2006/relationships/customXml" Target="../ink/ink25.xml"/><Relationship Id="rId44" Type="http://schemas.openxmlformats.org/officeDocument/2006/relationships/image" Target="../media/image25.png"/><Relationship Id="rId52" Type="http://schemas.openxmlformats.org/officeDocument/2006/relationships/image" Target="../media/image29.png"/><Relationship Id="rId60" Type="http://schemas.openxmlformats.org/officeDocument/2006/relationships/image" Target="../media/image33.png"/><Relationship Id="rId65" Type="http://schemas.openxmlformats.org/officeDocument/2006/relationships/customXml" Target="../ink/ink42.xml"/><Relationship Id="rId73" Type="http://schemas.openxmlformats.org/officeDocument/2006/relationships/image" Target="../media/image39.png"/><Relationship Id="rId4" Type="http://schemas.openxmlformats.org/officeDocument/2006/relationships/image" Target="../media/image50.png"/><Relationship Id="rId9" Type="http://schemas.openxmlformats.org/officeDocument/2006/relationships/customXml" Target="../ink/ink14.xml"/><Relationship Id="rId13" Type="http://schemas.openxmlformats.org/officeDocument/2006/relationships/customXml" Target="../ink/ink16.xml"/><Relationship Id="rId18" Type="http://schemas.openxmlformats.org/officeDocument/2006/relationships/image" Target="../media/image120.png"/><Relationship Id="rId39" Type="http://schemas.openxmlformats.org/officeDocument/2006/relationships/customXml" Target="../ink/ink29.xml"/><Relationship Id="rId34" Type="http://schemas.openxmlformats.org/officeDocument/2006/relationships/image" Target="../media/image20.png"/><Relationship Id="rId50" Type="http://schemas.openxmlformats.org/officeDocument/2006/relationships/image" Target="../media/image28.png"/><Relationship Id="rId55" Type="http://schemas.openxmlformats.org/officeDocument/2006/relationships/customXml" Target="../ink/ink37.xml"/><Relationship Id="rId76" Type="http://schemas.openxmlformats.org/officeDocument/2006/relationships/customXml" Target="../ink/ink48.xml"/><Relationship Id="rId7" Type="http://schemas.openxmlformats.org/officeDocument/2006/relationships/customXml" Target="../ink/ink13.xml"/><Relationship Id="rId71" Type="http://schemas.openxmlformats.org/officeDocument/2006/relationships/image" Target="../media/image38.png"/><Relationship Id="rId2" Type="http://schemas.openxmlformats.org/officeDocument/2006/relationships/image" Target="../media/image18.png"/><Relationship Id="rId29" Type="http://schemas.openxmlformats.org/officeDocument/2006/relationships/customXml" Target="../ink/ink24.xml"/></Relationships>
</file>

<file path=ppt/slides/_rels/slide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1B83B7-C938-AA44-DC9A-DBA05C63D4DD}"/>
              </a:ext>
            </a:extLst>
          </p:cNvPr>
          <p:cNvSpPr txBox="1"/>
          <p:nvPr/>
        </p:nvSpPr>
        <p:spPr>
          <a:xfrm>
            <a:off x="2708695" y="2002600"/>
            <a:ext cx="6458309" cy="954107"/>
          </a:xfrm>
          <a:prstGeom prst="rect">
            <a:avLst/>
          </a:prstGeom>
          <a:noFill/>
        </p:spPr>
        <p:txBody>
          <a:bodyPr wrap="square" rtlCol="0">
            <a:spAutoFit/>
          </a:bodyPr>
          <a:lstStyle/>
          <a:p>
            <a:pPr algn="ctr"/>
            <a:r>
              <a:rPr lang="en-GB" sz="2800" b="1" dirty="0"/>
              <a:t>Tree Microbiome: </a:t>
            </a:r>
          </a:p>
          <a:p>
            <a:pPr algn="ctr"/>
            <a:r>
              <a:rPr lang="en-GB" sz="2800" b="1" dirty="0"/>
              <a:t>16S Data Analysis with QIIME2 Pipeline</a:t>
            </a:r>
          </a:p>
        </p:txBody>
      </p:sp>
    </p:spTree>
    <p:extLst>
      <p:ext uri="{BB962C8B-B14F-4D97-AF65-F5344CB8AC3E}">
        <p14:creationId xmlns:p14="http://schemas.microsoft.com/office/powerpoint/2010/main" val="168182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943F02-64FD-BBC1-DE96-14E5BE01133D}"/>
              </a:ext>
            </a:extLst>
          </p:cNvPr>
          <p:cNvPicPr>
            <a:picLocks noChangeAspect="1"/>
          </p:cNvPicPr>
          <p:nvPr/>
        </p:nvPicPr>
        <p:blipFill>
          <a:blip r:embed="rId2"/>
          <a:stretch>
            <a:fillRect/>
          </a:stretch>
        </p:blipFill>
        <p:spPr>
          <a:xfrm>
            <a:off x="139683" y="3117015"/>
            <a:ext cx="11912634" cy="3473569"/>
          </a:xfrm>
          <a:prstGeom prst="rect">
            <a:avLst/>
          </a:prstGeom>
        </p:spPr>
      </p:pic>
      <p:sp>
        <p:nvSpPr>
          <p:cNvPr id="3" name="TextBox 2">
            <a:extLst>
              <a:ext uri="{FF2B5EF4-FFF2-40B4-BE49-F238E27FC236}">
                <a16:creationId xmlns:a16="http://schemas.microsoft.com/office/drawing/2014/main" id="{44932305-94AD-528D-B511-E5A95EBD7B9B}"/>
              </a:ext>
            </a:extLst>
          </p:cNvPr>
          <p:cNvSpPr txBox="1"/>
          <p:nvPr/>
        </p:nvSpPr>
        <p:spPr>
          <a:xfrm>
            <a:off x="249779" y="362309"/>
            <a:ext cx="11349874" cy="461665"/>
          </a:xfrm>
          <a:prstGeom prst="rect">
            <a:avLst/>
          </a:prstGeom>
          <a:noFill/>
        </p:spPr>
        <p:txBody>
          <a:bodyPr wrap="square" rtlCol="0">
            <a:spAutoFit/>
          </a:bodyPr>
          <a:lstStyle/>
          <a:p>
            <a:pPr algn="ctr"/>
            <a:r>
              <a:rPr lang="en-GB" sz="2400" b="1" dirty="0"/>
              <a:t>DADA2 Denoising Stats Summary</a:t>
            </a:r>
          </a:p>
        </p:txBody>
      </p:sp>
      <p:sp>
        <p:nvSpPr>
          <p:cNvPr id="4" name="TextBox 3">
            <a:extLst>
              <a:ext uri="{FF2B5EF4-FFF2-40B4-BE49-F238E27FC236}">
                <a16:creationId xmlns:a16="http://schemas.microsoft.com/office/drawing/2014/main" id="{02CDC178-6C89-4F5F-7581-5A98BED95E9E}"/>
              </a:ext>
            </a:extLst>
          </p:cNvPr>
          <p:cNvSpPr txBox="1"/>
          <p:nvPr/>
        </p:nvSpPr>
        <p:spPr>
          <a:xfrm>
            <a:off x="396815" y="966509"/>
            <a:ext cx="11398370" cy="1815882"/>
          </a:xfrm>
          <a:prstGeom prst="rect">
            <a:avLst/>
          </a:prstGeom>
          <a:noFill/>
        </p:spPr>
        <p:txBody>
          <a:bodyPr wrap="square">
            <a:spAutoFit/>
          </a:bodyPr>
          <a:lstStyle/>
          <a:p>
            <a:r>
              <a:rPr lang="en-GB" sz="1600" dirty="0">
                <a:solidFill>
                  <a:srgbClr val="0070C0"/>
                </a:solidFill>
                <a:latin typeface="fkGroteskNeue"/>
              </a:rPr>
              <a:t>Default </a:t>
            </a:r>
            <a:r>
              <a:rPr lang="en-GB" sz="1600" dirty="0" err="1">
                <a:solidFill>
                  <a:srgbClr val="0070C0"/>
                </a:solidFill>
                <a:latin typeface="fkGroteskNeue"/>
              </a:rPr>
              <a:t>trunc</a:t>
            </a:r>
            <a:r>
              <a:rPr lang="en-GB" sz="1600" dirty="0">
                <a:solidFill>
                  <a:srgbClr val="0070C0"/>
                </a:solidFill>
                <a:latin typeface="fkGroteskNeue"/>
              </a:rPr>
              <a:t>-</a:t>
            </a:r>
            <a:r>
              <a:rPr lang="en-GB" sz="1600" dirty="0" err="1">
                <a:solidFill>
                  <a:srgbClr val="0070C0"/>
                </a:solidFill>
                <a:latin typeface="fkGroteskNeue"/>
              </a:rPr>
              <a:t>len</a:t>
            </a:r>
            <a:r>
              <a:rPr lang="en-GB" sz="1600" dirty="0">
                <a:solidFill>
                  <a:srgbClr val="0070C0"/>
                </a:solidFill>
                <a:latin typeface="fkGroteskNeue"/>
              </a:rPr>
              <a:t>-f and –r @ 240 and 160 produced bad results, so readjusted based on sequence length from data (301 bp) to 250 and 250. I tried 290 and 290 to keep longer sequence lengths, however, this produced lower merge rates and smaller sizes of feature tables. So, went with the truncation parameters of 250 and 250.</a:t>
            </a:r>
          </a:p>
          <a:p>
            <a:endParaRPr lang="en-GB" sz="1600" b="0" i="0" dirty="0">
              <a:solidFill>
                <a:srgbClr val="0070C0"/>
              </a:solidFill>
              <a:effectLst/>
              <a:latin typeface="fkGroteskNeue"/>
            </a:endParaRPr>
          </a:p>
          <a:p>
            <a:r>
              <a:rPr lang="en-GB" sz="1600" dirty="0">
                <a:solidFill>
                  <a:srgbClr val="0070C0"/>
                </a:solidFill>
                <a:latin typeface="fkGroteskNeue"/>
              </a:rPr>
              <a:t>Also, the pre-trained SILVA classifier file had download issues. QIIME forum recommendation was to build your own classifier using </a:t>
            </a:r>
            <a:r>
              <a:rPr lang="en-GB" sz="1600" dirty="0" err="1">
                <a:solidFill>
                  <a:srgbClr val="0070C0"/>
                </a:solidFill>
                <a:latin typeface="fkGroteskNeue"/>
                <a:hlinkClick r:id="rId3"/>
              </a:rPr>
              <a:t>RESCRIPt</a:t>
            </a:r>
            <a:r>
              <a:rPr lang="en-GB" sz="1600" dirty="0">
                <a:solidFill>
                  <a:srgbClr val="0070C0"/>
                </a:solidFill>
                <a:latin typeface="fkGroteskNeue"/>
              </a:rPr>
              <a:t>. So, I built my own classifier based on the primer sequences (515F and 806R: figured this out from the sequences in the data) that target the V4 region of the 16S rRNA gene.</a:t>
            </a:r>
            <a:endParaRPr lang="en-GB" sz="1600" b="0" i="0" dirty="0">
              <a:solidFill>
                <a:srgbClr val="0070C0"/>
              </a:solidFill>
              <a:effectLst/>
              <a:latin typeface="fkGroteskNeue"/>
            </a:endParaRPr>
          </a:p>
        </p:txBody>
      </p:sp>
    </p:spTree>
    <p:extLst>
      <p:ext uri="{BB962C8B-B14F-4D97-AF65-F5344CB8AC3E}">
        <p14:creationId xmlns:p14="http://schemas.microsoft.com/office/powerpoint/2010/main" val="947287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AI-generated content may be incorrect.">
            <a:extLst>
              <a:ext uri="{FF2B5EF4-FFF2-40B4-BE49-F238E27FC236}">
                <a16:creationId xmlns:a16="http://schemas.microsoft.com/office/drawing/2014/main" id="{6235D05D-5DC4-4955-4E83-70B93CD965B6}"/>
              </a:ext>
            </a:extLst>
          </p:cNvPr>
          <p:cNvPicPr>
            <a:picLocks noChangeAspect="1"/>
          </p:cNvPicPr>
          <p:nvPr/>
        </p:nvPicPr>
        <p:blipFill>
          <a:blip r:embed="rId2">
            <a:extLst>
              <a:ext uri="{28A0092B-C50C-407E-A947-70E740481C1C}">
                <a14:useLocalDpi xmlns:a14="http://schemas.microsoft.com/office/drawing/2010/main" val="0"/>
              </a:ext>
            </a:extLst>
          </a:blip>
          <a:srcRect l="4030" t="3955" r="19011" b="5842"/>
          <a:stretch>
            <a:fillRect/>
          </a:stretch>
        </p:blipFill>
        <p:spPr>
          <a:xfrm>
            <a:off x="123258" y="1311213"/>
            <a:ext cx="7011063" cy="4390201"/>
          </a:xfrm>
          <a:prstGeom prst="rect">
            <a:avLst/>
          </a:prstGeom>
        </p:spPr>
      </p:pic>
      <p:sp>
        <p:nvSpPr>
          <p:cNvPr id="4" name="TextBox 3">
            <a:extLst>
              <a:ext uri="{FF2B5EF4-FFF2-40B4-BE49-F238E27FC236}">
                <a16:creationId xmlns:a16="http://schemas.microsoft.com/office/drawing/2014/main" id="{C0C5C75E-8FAF-A839-0C47-4E9F0995B14B}"/>
              </a:ext>
            </a:extLst>
          </p:cNvPr>
          <p:cNvSpPr txBox="1"/>
          <p:nvPr/>
        </p:nvSpPr>
        <p:spPr>
          <a:xfrm>
            <a:off x="123258" y="103517"/>
            <a:ext cx="11349874" cy="400110"/>
          </a:xfrm>
          <a:prstGeom prst="rect">
            <a:avLst/>
          </a:prstGeom>
          <a:noFill/>
        </p:spPr>
        <p:txBody>
          <a:bodyPr wrap="square" rtlCol="0">
            <a:spAutoFit/>
          </a:bodyPr>
          <a:lstStyle/>
          <a:p>
            <a:pPr algn="ctr"/>
            <a:r>
              <a:rPr lang="en-GB" sz="2000" b="1" dirty="0" err="1"/>
              <a:t>PCoA</a:t>
            </a:r>
            <a:r>
              <a:rPr lang="en-GB" sz="2000" b="1" dirty="0"/>
              <a:t>: Principal Coordinate Analysis: with controls (shapes indicate tissue/source type)</a:t>
            </a:r>
          </a:p>
        </p:txBody>
      </p:sp>
      <p:sp>
        <p:nvSpPr>
          <p:cNvPr id="5" name="TextBox 4">
            <a:extLst>
              <a:ext uri="{FF2B5EF4-FFF2-40B4-BE49-F238E27FC236}">
                <a16:creationId xmlns:a16="http://schemas.microsoft.com/office/drawing/2014/main" id="{A07837C6-AB1E-45BE-054B-7B65DEB7F0EC}"/>
              </a:ext>
            </a:extLst>
          </p:cNvPr>
          <p:cNvSpPr txBox="1"/>
          <p:nvPr/>
        </p:nvSpPr>
        <p:spPr>
          <a:xfrm>
            <a:off x="7338202" y="2967335"/>
            <a:ext cx="2426899" cy="923330"/>
          </a:xfrm>
          <a:prstGeom prst="rect">
            <a:avLst/>
          </a:prstGeom>
          <a:noFill/>
        </p:spPr>
        <p:txBody>
          <a:bodyPr wrap="square" rtlCol="0">
            <a:spAutoFit/>
          </a:bodyPr>
          <a:lstStyle/>
          <a:p>
            <a:r>
              <a:rPr lang="en-GB" dirty="0">
                <a:solidFill>
                  <a:schemeClr val="bg1"/>
                </a:solidFill>
              </a:rPr>
              <a:t>Controls cluster with samples, data need decontamination.</a:t>
            </a:r>
          </a:p>
        </p:txBody>
      </p:sp>
      <p:pic>
        <p:nvPicPr>
          <p:cNvPr id="2" name="Picture 1" descr="A screenshot of a computer&#10;&#10;AI-generated content may be incorrect.">
            <a:extLst>
              <a:ext uri="{FF2B5EF4-FFF2-40B4-BE49-F238E27FC236}">
                <a16:creationId xmlns:a16="http://schemas.microsoft.com/office/drawing/2014/main" id="{00F96138-77B7-BD4B-CFEE-1B4523655835}"/>
              </a:ext>
            </a:extLst>
          </p:cNvPr>
          <p:cNvPicPr>
            <a:picLocks noChangeAspect="1"/>
          </p:cNvPicPr>
          <p:nvPr/>
        </p:nvPicPr>
        <p:blipFill>
          <a:blip r:embed="rId3"/>
          <a:stretch>
            <a:fillRect/>
          </a:stretch>
        </p:blipFill>
        <p:spPr>
          <a:xfrm>
            <a:off x="7198543" y="503627"/>
            <a:ext cx="4726037" cy="5846733"/>
          </a:xfrm>
          <a:prstGeom prst="rect">
            <a:avLst/>
          </a:prstGeom>
        </p:spPr>
      </p:pic>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9E22AB19-A57C-5715-A76B-A7C8FAC7B2C5}"/>
                  </a:ext>
                </a:extLst>
              </p14:cNvPr>
              <p14:cNvContentPartPr/>
              <p14:nvPr/>
            </p14:nvContentPartPr>
            <p14:xfrm>
              <a:off x="9026432" y="1310563"/>
              <a:ext cx="585360" cy="34920"/>
            </p14:xfrm>
          </p:contentPart>
        </mc:Choice>
        <mc:Fallback>
          <p:pic>
            <p:nvPicPr>
              <p:cNvPr id="7" name="Ink 6">
                <a:extLst>
                  <a:ext uri="{FF2B5EF4-FFF2-40B4-BE49-F238E27FC236}">
                    <a16:creationId xmlns:a16="http://schemas.microsoft.com/office/drawing/2014/main" id="{9E22AB19-A57C-5715-A76B-A7C8FAC7B2C5}"/>
                  </a:ext>
                </a:extLst>
              </p:cNvPr>
              <p:cNvPicPr/>
              <p:nvPr/>
            </p:nvPicPr>
            <p:blipFill>
              <a:blip r:embed="rId5"/>
              <a:stretch>
                <a:fillRect/>
              </a:stretch>
            </p:blipFill>
            <p:spPr>
              <a:xfrm>
                <a:off x="8972792" y="1202563"/>
                <a:ext cx="69300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 name="Ink 12">
                <a:extLst>
                  <a:ext uri="{FF2B5EF4-FFF2-40B4-BE49-F238E27FC236}">
                    <a16:creationId xmlns:a16="http://schemas.microsoft.com/office/drawing/2014/main" id="{E30B3B2B-C27E-617A-F33F-58702008BC4E}"/>
                  </a:ext>
                </a:extLst>
              </p14:cNvPr>
              <p14:cNvContentPartPr/>
              <p14:nvPr/>
            </p14:nvContentPartPr>
            <p14:xfrm>
              <a:off x="9976472" y="1797283"/>
              <a:ext cx="803520" cy="2271960"/>
            </p14:xfrm>
          </p:contentPart>
        </mc:Choice>
        <mc:Fallback>
          <p:pic>
            <p:nvPicPr>
              <p:cNvPr id="13" name="Ink 12">
                <a:extLst>
                  <a:ext uri="{FF2B5EF4-FFF2-40B4-BE49-F238E27FC236}">
                    <a16:creationId xmlns:a16="http://schemas.microsoft.com/office/drawing/2014/main" id="{E30B3B2B-C27E-617A-F33F-58702008BC4E}"/>
                  </a:ext>
                </a:extLst>
              </p:cNvPr>
              <p:cNvPicPr/>
              <p:nvPr/>
            </p:nvPicPr>
            <p:blipFill>
              <a:blip r:embed="rId7"/>
              <a:stretch>
                <a:fillRect/>
              </a:stretch>
            </p:blipFill>
            <p:spPr>
              <a:xfrm>
                <a:off x="9886832" y="1617283"/>
                <a:ext cx="983160" cy="2631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E6945F33-3D1B-BD12-B1BA-EC8A6D0884A7}"/>
                  </a:ext>
                </a:extLst>
              </p14:cNvPr>
              <p14:cNvContentPartPr/>
              <p14:nvPr/>
            </p14:nvContentPartPr>
            <p14:xfrm>
              <a:off x="10414592" y="1902043"/>
              <a:ext cx="481320" cy="2228040"/>
            </p14:xfrm>
          </p:contentPart>
        </mc:Choice>
        <mc:Fallback>
          <p:pic>
            <p:nvPicPr>
              <p:cNvPr id="14" name="Ink 13">
                <a:extLst>
                  <a:ext uri="{FF2B5EF4-FFF2-40B4-BE49-F238E27FC236}">
                    <a16:creationId xmlns:a16="http://schemas.microsoft.com/office/drawing/2014/main" id="{E6945F33-3D1B-BD12-B1BA-EC8A6D0884A7}"/>
                  </a:ext>
                </a:extLst>
              </p:cNvPr>
              <p:cNvPicPr/>
              <p:nvPr/>
            </p:nvPicPr>
            <p:blipFill>
              <a:blip r:embed="rId9"/>
              <a:stretch>
                <a:fillRect/>
              </a:stretch>
            </p:blipFill>
            <p:spPr>
              <a:xfrm>
                <a:off x="10324952" y="1722043"/>
                <a:ext cx="660960" cy="2587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 name="Ink 14">
                <a:extLst>
                  <a:ext uri="{FF2B5EF4-FFF2-40B4-BE49-F238E27FC236}">
                    <a16:creationId xmlns:a16="http://schemas.microsoft.com/office/drawing/2014/main" id="{EC1DED4C-53D8-A966-C3AB-A1D4E38114D2}"/>
                  </a:ext>
                </a:extLst>
              </p14:cNvPr>
              <p14:cNvContentPartPr/>
              <p14:nvPr/>
            </p14:nvContentPartPr>
            <p14:xfrm>
              <a:off x="7937792" y="5489083"/>
              <a:ext cx="9000" cy="360"/>
            </p14:xfrm>
          </p:contentPart>
        </mc:Choice>
        <mc:Fallback>
          <p:pic>
            <p:nvPicPr>
              <p:cNvPr id="15" name="Ink 14">
                <a:extLst>
                  <a:ext uri="{FF2B5EF4-FFF2-40B4-BE49-F238E27FC236}">
                    <a16:creationId xmlns:a16="http://schemas.microsoft.com/office/drawing/2014/main" id="{EC1DED4C-53D8-A966-C3AB-A1D4E38114D2}"/>
                  </a:ext>
                </a:extLst>
              </p:cNvPr>
              <p:cNvPicPr/>
              <p:nvPr/>
            </p:nvPicPr>
            <p:blipFill>
              <a:blip r:embed="rId11"/>
              <a:stretch>
                <a:fillRect/>
              </a:stretch>
            </p:blipFill>
            <p:spPr>
              <a:xfrm>
                <a:off x="7848152" y="5309443"/>
                <a:ext cx="18864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7" name="Ink 16">
                <a:extLst>
                  <a:ext uri="{FF2B5EF4-FFF2-40B4-BE49-F238E27FC236}">
                    <a16:creationId xmlns:a16="http://schemas.microsoft.com/office/drawing/2014/main" id="{2E0217BD-A029-E54F-1CBC-D7E3A03386DE}"/>
                  </a:ext>
                </a:extLst>
              </p14:cNvPr>
              <p14:cNvContentPartPr/>
              <p14:nvPr/>
            </p14:nvContentPartPr>
            <p14:xfrm>
              <a:off x="7261352" y="5429323"/>
              <a:ext cx="2195280" cy="126720"/>
            </p14:xfrm>
          </p:contentPart>
        </mc:Choice>
        <mc:Fallback>
          <p:pic>
            <p:nvPicPr>
              <p:cNvPr id="17" name="Ink 16">
                <a:extLst>
                  <a:ext uri="{FF2B5EF4-FFF2-40B4-BE49-F238E27FC236}">
                    <a16:creationId xmlns:a16="http://schemas.microsoft.com/office/drawing/2014/main" id="{2E0217BD-A029-E54F-1CBC-D7E3A03386DE}"/>
                  </a:ext>
                </a:extLst>
              </p:cNvPr>
              <p:cNvPicPr/>
              <p:nvPr/>
            </p:nvPicPr>
            <p:blipFill>
              <a:blip r:embed="rId13"/>
              <a:stretch>
                <a:fillRect/>
              </a:stretch>
            </p:blipFill>
            <p:spPr>
              <a:xfrm>
                <a:off x="7225712" y="5357323"/>
                <a:ext cx="226692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8" name="Ink 17">
                <a:extLst>
                  <a:ext uri="{FF2B5EF4-FFF2-40B4-BE49-F238E27FC236}">
                    <a16:creationId xmlns:a16="http://schemas.microsoft.com/office/drawing/2014/main" id="{EE9A1C19-6734-5299-A45B-D0ABBF3E0CD7}"/>
                  </a:ext>
                </a:extLst>
              </p14:cNvPr>
              <p14:cNvContentPartPr/>
              <p14:nvPr/>
            </p14:nvContentPartPr>
            <p14:xfrm>
              <a:off x="7481312" y="5736763"/>
              <a:ext cx="2198160" cy="203400"/>
            </p14:xfrm>
          </p:contentPart>
        </mc:Choice>
        <mc:Fallback>
          <p:pic>
            <p:nvPicPr>
              <p:cNvPr id="18" name="Ink 17">
                <a:extLst>
                  <a:ext uri="{FF2B5EF4-FFF2-40B4-BE49-F238E27FC236}">
                    <a16:creationId xmlns:a16="http://schemas.microsoft.com/office/drawing/2014/main" id="{EE9A1C19-6734-5299-A45B-D0ABBF3E0CD7}"/>
                  </a:ext>
                </a:extLst>
              </p:cNvPr>
              <p:cNvPicPr/>
              <p:nvPr/>
            </p:nvPicPr>
            <p:blipFill>
              <a:blip r:embed="rId15"/>
              <a:stretch>
                <a:fillRect/>
              </a:stretch>
            </p:blipFill>
            <p:spPr>
              <a:xfrm>
                <a:off x="7445672" y="5664763"/>
                <a:ext cx="226980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9" name="Ink 18">
                <a:extLst>
                  <a:ext uri="{FF2B5EF4-FFF2-40B4-BE49-F238E27FC236}">
                    <a16:creationId xmlns:a16="http://schemas.microsoft.com/office/drawing/2014/main" id="{9556AC44-2ADA-F320-D89C-0DC801AEE760}"/>
                  </a:ext>
                </a:extLst>
              </p14:cNvPr>
              <p14:cNvContentPartPr/>
              <p14:nvPr/>
            </p14:nvContentPartPr>
            <p14:xfrm>
              <a:off x="7223552" y="5271283"/>
              <a:ext cx="2327760" cy="84240"/>
            </p14:xfrm>
          </p:contentPart>
        </mc:Choice>
        <mc:Fallback>
          <p:pic>
            <p:nvPicPr>
              <p:cNvPr id="19" name="Ink 18">
                <a:extLst>
                  <a:ext uri="{FF2B5EF4-FFF2-40B4-BE49-F238E27FC236}">
                    <a16:creationId xmlns:a16="http://schemas.microsoft.com/office/drawing/2014/main" id="{9556AC44-2ADA-F320-D89C-0DC801AEE760}"/>
                  </a:ext>
                </a:extLst>
              </p:cNvPr>
              <p:cNvPicPr/>
              <p:nvPr/>
            </p:nvPicPr>
            <p:blipFill>
              <a:blip r:embed="rId17"/>
              <a:stretch>
                <a:fillRect/>
              </a:stretch>
            </p:blipFill>
            <p:spPr>
              <a:xfrm>
                <a:off x="7187552" y="5199283"/>
                <a:ext cx="239940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0" name="Ink 19">
                <a:extLst>
                  <a:ext uri="{FF2B5EF4-FFF2-40B4-BE49-F238E27FC236}">
                    <a16:creationId xmlns:a16="http://schemas.microsoft.com/office/drawing/2014/main" id="{7EEF3E70-D580-5D30-6D35-270DFA747057}"/>
                  </a:ext>
                </a:extLst>
              </p14:cNvPr>
              <p14:cNvContentPartPr/>
              <p14:nvPr/>
            </p14:nvContentPartPr>
            <p14:xfrm>
              <a:off x="7411832" y="1144963"/>
              <a:ext cx="1381680" cy="51120"/>
            </p14:xfrm>
          </p:contentPart>
        </mc:Choice>
        <mc:Fallback>
          <p:pic>
            <p:nvPicPr>
              <p:cNvPr id="20" name="Ink 19">
                <a:extLst>
                  <a:ext uri="{FF2B5EF4-FFF2-40B4-BE49-F238E27FC236}">
                    <a16:creationId xmlns:a16="http://schemas.microsoft.com/office/drawing/2014/main" id="{7EEF3E70-D580-5D30-6D35-270DFA747057}"/>
                  </a:ext>
                </a:extLst>
              </p:cNvPr>
              <p:cNvPicPr/>
              <p:nvPr/>
            </p:nvPicPr>
            <p:blipFill>
              <a:blip r:embed="rId19"/>
              <a:stretch>
                <a:fillRect/>
              </a:stretch>
            </p:blipFill>
            <p:spPr>
              <a:xfrm>
                <a:off x="7375832" y="1073323"/>
                <a:ext cx="145332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1" name="Ink 20">
                <a:extLst>
                  <a:ext uri="{FF2B5EF4-FFF2-40B4-BE49-F238E27FC236}">
                    <a16:creationId xmlns:a16="http://schemas.microsoft.com/office/drawing/2014/main" id="{E89E59BA-C9F1-7D7A-56D8-973FF165ACCB}"/>
                  </a:ext>
                </a:extLst>
              </p14:cNvPr>
              <p14:cNvContentPartPr/>
              <p14:nvPr/>
            </p14:nvContentPartPr>
            <p14:xfrm>
              <a:off x="7356392" y="1134523"/>
              <a:ext cx="621360" cy="61200"/>
            </p14:xfrm>
          </p:contentPart>
        </mc:Choice>
        <mc:Fallback>
          <p:pic>
            <p:nvPicPr>
              <p:cNvPr id="21" name="Ink 20">
                <a:extLst>
                  <a:ext uri="{FF2B5EF4-FFF2-40B4-BE49-F238E27FC236}">
                    <a16:creationId xmlns:a16="http://schemas.microsoft.com/office/drawing/2014/main" id="{E89E59BA-C9F1-7D7A-56D8-973FF165ACCB}"/>
                  </a:ext>
                </a:extLst>
              </p:cNvPr>
              <p:cNvPicPr/>
              <p:nvPr/>
            </p:nvPicPr>
            <p:blipFill>
              <a:blip r:embed="rId21"/>
              <a:stretch>
                <a:fillRect/>
              </a:stretch>
            </p:blipFill>
            <p:spPr>
              <a:xfrm>
                <a:off x="7320752" y="1062883"/>
                <a:ext cx="69300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2" name="Ink 21">
                <a:extLst>
                  <a:ext uri="{FF2B5EF4-FFF2-40B4-BE49-F238E27FC236}">
                    <a16:creationId xmlns:a16="http://schemas.microsoft.com/office/drawing/2014/main" id="{440689B2-9476-D61E-6D5F-5796F2C116C2}"/>
                  </a:ext>
                </a:extLst>
              </p14:cNvPr>
              <p14:cNvContentPartPr/>
              <p14:nvPr/>
            </p14:nvContentPartPr>
            <p14:xfrm>
              <a:off x="7487792" y="1148563"/>
              <a:ext cx="1177560" cy="75960"/>
            </p14:xfrm>
          </p:contentPart>
        </mc:Choice>
        <mc:Fallback>
          <p:pic>
            <p:nvPicPr>
              <p:cNvPr id="22" name="Ink 21">
                <a:extLst>
                  <a:ext uri="{FF2B5EF4-FFF2-40B4-BE49-F238E27FC236}">
                    <a16:creationId xmlns:a16="http://schemas.microsoft.com/office/drawing/2014/main" id="{440689B2-9476-D61E-6D5F-5796F2C116C2}"/>
                  </a:ext>
                </a:extLst>
              </p:cNvPr>
              <p:cNvPicPr/>
              <p:nvPr/>
            </p:nvPicPr>
            <p:blipFill>
              <a:blip r:embed="rId23"/>
              <a:stretch>
                <a:fillRect/>
              </a:stretch>
            </p:blipFill>
            <p:spPr>
              <a:xfrm>
                <a:off x="7452152" y="1076923"/>
                <a:ext cx="1249200" cy="219600"/>
              </a:xfrm>
              <a:prstGeom prst="rect">
                <a:avLst/>
              </a:prstGeom>
            </p:spPr>
          </p:pic>
        </mc:Fallback>
      </mc:AlternateContent>
      <p:sp>
        <p:nvSpPr>
          <p:cNvPr id="23" name="TextBox 22">
            <a:extLst>
              <a:ext uri="{FF2B5EF4-FFF2-40B4-BE49-F238E27FC236}">
                <a16:creationId xmlns:a16="http://schemas.microsoft.com/office/drawing/2014/main" id="{3580EF70-3788-E7AB-7AE9-8DD1F507EF01}"/>
              </a:ext>
            </a:extLst>
          </p:cNvPr>
          <p:cNvSpPr txBox="1"/>
          <p:nvPr/>
        </p:nvSpPr>
        <p:spPr>
          <a:xfrm>
            <a:off x="4682787" y="3165383"/>
            <a:ext cx="2094781" cy="738664"/>
          </a:xfrm>
          <a:prstGeom prst="rect">
            <a:avLst/>
          </a:prstGeom>
          <a:noFill/>
        </p:spPr>
        <p:txBody>
          <a:bodyPr wrap="square" rtlCol="0">
            <a:spAutoFit/>
          </a:bodyPr>
          <a:lstStyle/>
          <a:p>
            <a:r>
              <a:rPr lang="en-GB" sz="1400" dirty="0">
                <a:solidFill>
                  <a:schemeClr val="bg1"/>
                </a:solidFill>
              </a:rPr>
              <a:t>Controls cluster with samples, so data need to be decontaminated.</a:t>
            </a:r>
          </a:p>
        </p:txBody>
      </p:sp>
    </p:spTree>
    <p:extLst>
      <p:ext uri="{BB962C8B-B14F-4D97-AF65-F5344CB8AC3E}">
        <p14:creationId xmlns:p14="http://schemas.microsoft.com/office/powerpoint/2010/main" val="1663442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8EED565-A0B7-C2A7-B5B9-00893C854FFC}"/>
              </a:ext>
            </a:extLst>
          </p:cNvPr>
          <p:cNvSpPr txBox="1"/>
          <p:nvPr/>
        </p:nvSpPr>
        <p:spPr>
          <a:xfrm>
            <a:off x="966158" y="415075"/>
            <a:ext cx="10345947" cy="400110"/>
          </a:xfrm>
          <a:prstGeom prst="rect">
            <a:avLst/>
          </a:prstGeom>
          <a:noFill/>
        </p:spPr>
        <p:txBody>
          <a:bodyPr wrap="square" rtlCol="0">
            <a:spAutoFit/>
          </a:bodyPr>
          <a:lstStyle/>
          <a:p>
            <a:pPr algn="ctr"/>
            <a:r>
              <a:rPr lang="en-GB" sz="2000" b="1" dirty="0"/>
              <a:t>QC: Removal of </a:t>
            </a:r>
            <a:r>
              <a:rPr lang="en-GB" sz="2000" b="1"/>
              <a:t>PCR control </a:t>
            </a:r>
            <a:r>
              <a:rPr lang="en-GB" sz="2000" b="1" dirty="0"/>
              <a:t>contaminant reads and rarefaction curves.</a:t>
            </a:r>
          </a:p>
        </p:txBody>
      </p:sp>
      <p:pic>
        <p:nvPicPr>
          <p:cNvPr id="10" name="Picture 9">
            <a:extLst>
              <a:ext uri="{FF2B5EF4-FFF2-40B4-BE49-F238E27FC236}">
                <a16:creationId xmlns:a16="http://schemas.microsoft.com/office/drawing/2014/main" id="{B24D0C62-1392-23D0-CDE8-4739B0F6A270}"/>
              </a:ext>
            </a:extLst>
          </p:cNvPr>
          <p:cNvPicPr>
            <a:picLocks noChangeAspect="1"/>
          </p:cNvPicPr>
          <p:nvPr/>
        </p:nvPicPr>
        <p:blipFill>
          <a:blip r:embed="rId2"/>
          <a:stretch>
            <a:fillRect/>
          </a:stretch>
        </p:blipFill>
        <p:spPr>
          <a:xfrm>
            <a:off x="237830" y="1217614"/>
            <a:ext cx="3372652" cy="3165206"/>
          </a:xfrm>
          <a:prstGeom prst="rect">
            <a:avLst/>
          </a:prstGeom>
        </p:spPr>
      </p:pic>
      <p:sp>
        <p:nvSpPr>
          <p:cNvPr id="11" name="TextBox 10">
            <a:extLst>
              <a:ext uri="{FF2B5EF4-FFF2-40B4-BE49-F238E27FC236}">
                <a16:creationId xmlns:a16="http://schemas.microsoft.com/office/drawing/2014/main" id="{42A1A6E9-7BD5-34CE-3EE1-F2ABF9ED7E25}"/>
              </a:ext>
            </a:extLst>
          </p:cNvPr>
          <p:cNvSpPr txBox="1"/>
          <p:nvPr/>
        </p:nvSpPr>
        <p:spPr>
          <a:xfrm>
            <a:off x="237830" y="5107656"/>
            <a:ext cx="11398370" cy="1569660"/>
          </a:xfrm>
          <a:prstGeom prst="rect">
            <a:avLst/>
          </a:prstGeom>
          <a:noFill/>
        </p:spPr>
        <p:txBody>
          <a:bodyPr wrap="square">
            <a:spAutoFit/>
          </a:bodyPr>
          <a:lstStyle/>
          <a:p>
            <a:r>
              <a:rPr lang="en-GB" sz="1600" dirty="0">
                <a:solidFill>
                  <a:srgbClr val="0070C0"/>
                </a:solidFill>
                <a:latin typeface="fkGroteskNeue"/>
              </a:rPr>
              <a:t>For 16S sequencing, total reads of &gt;2000 per sample after decontamination are somewhat acceptable although the minimum threshold is 5,000-10,000. There is enough sequencing depth to gain some insights from the data.</a:t>
            </a:r>
          </a:p>
          <a:p>
            <a:endParaRPr lang="en-GB" sz="1600" dirty="0">
              <a:solidFill>
                <a:srgbClr val="0070C0"/>
              </a:solidFill>
              <a:latin typeface="fkGroteskNeue"/>
            </a:endParaRPr>
          </a:p>
          <a:p>
            <a:r>
              <a:rPr lang="en-GB" sz="1600" dirty="0">
                <a:solidFill>
                  <a:srgbClr val="0070C0"/>
                </a:solidFill>
                <a:latin typeface="fkGroteskNeue"/>
              </a:rPr>
              <a:t>Additionally, rarefaction curves (by source/tissue) show plateauing with cleaned reads, which means the sequencing was deep enough. The intention here is to randomly sample equal number of reads from all samples and see if more depth is required, clearly not as they all plateau.</a:t>
            </a:r>
            <a:endParaRPr lang="en-GB" sz="1600" b="0" i="0" dirty="0">
              <a:solidFill>
                <a:srgbClr val="0070C0"/>
              </a:solidFill>
              <a:effectLst/>
              <a:latin typeface="fkGroteskNeue"/>
            </a:endParaRPr>
          </a:p>
        </p:txBody>
      </p:sp>
      <p:pic>
        <p:nvPicPr>
          <p:cNvPr id="13" name="Picture 12">
            <a:extLst>
              <a:ext uri="{FF2B5EF4-FFF2-40B4-BE49-F238E27FC236}">
                <a16:creationId xmlns:a16="http://schemas.microsoft.com/office/drawing/2014/main" id="{DA25734C-9224-5499-9900-A2063B82C101}"/>
              </a:ext>
            </a:extLst>
          </p:cNvPr>
          <p:cNvPicPr>
            <a:picLocks noChangeAspect="1"/>
          </p:cNvPicPr>
          <p:nvPr/>
        </p:nvPicPr>
        <p:blipFill>
          <a:blip r:embed="rId3"/>
          <a:stretch>
            <a:fillRect/>
          </a:stretch>
        </p:blipFill>
        <p:spPr>
          <a:xfrm>
            <a:off x="3945148" y="1217614"/>
            <a:ext cx="7875334" cy="3784749"/>
          </a:xfrm>
          <a:prstGeom prst="rect">
            <a:avLst/>
          </a:prstGeom>
        </p:spPr>
      </p:pic>
    </p:spTree>
    <p:extLst>
      <p:ext uri="{BB962C8B-B14F-4D97-AF65-F5344CB8AC3E}">
        <p14:creationId xmlns:p14="http://schemas.microsoft.com/office/powerpoint/2010/main" val="3383409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2F7064-9BED-6942-AEAF-1D1A7B48928B}"/>
              </a:ext>
            </a:extLst>
          </p:cNvPr>
          <p:cNvSpPr txBox="1"/>
          <p:nvPr/>
        </p:nvSpPr>
        <p:spPr>
          <a:xfrm>
            <a:off x="594835" y="115019"/>
            <a:ext cx="11171594" cy="400110"/>
          </a:xfrm>
          <a:prstGeom prst="rect">
            <a:avLst/>
          </a:prstGeom>
          <a:noFill/>
        </p:spPr>
        <p:txBody>
          <a:bodyPr wrap="square" rtlCol="0">
            <a:spAutoFit/>
          </a:bodyPr>
          <a:lstStyle/>
          <a:p>
            <a:pPr algn="ctr"/>
            <a:r>
              <a:rPr lang="en-GB" sz="2000" b="1" dirty="0" err="1"/>
              <a:t>PCoA</a:t>
            </a:r>
            <a:r>
              <a:rPr lang="en-GB" sz="2000" b="1" dirty="0"/>
              <a:t> following decontamination/removal of features/ASVs from control and test samples.</a:t>
            </a:r>
          </a:p>
        </p:txBody>
      </p:sp>
      <p:pic>
        <p:nvPicPr>
          <p:cNvPr id="4" name="Picture 3" descr="A screenshot of a video game&#10;&#10;AI-generated content may be incorrect.">
            <a:extLst>
              <a:ext uri="{FF2B5EF4-FFF2-40B4-BE49-F238E27FC236}">
                <a16:creationId xmlns:a16="http://schemas.microsoft.com/office/drawing/2014/main" id="{97541C40-9A12-7508-A27D-4E490E4DD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87" y="622375"/>
            <a:ext cx="6487540" cy="3285445"/>
          </a:xfrm>
          <a:prstGeom prst="rect">
            <a:avLst/>
          </a:prstGeom>
        </p:spPr>
      </p:pic>
      <p:pic>
        <p:nvPicPr>
          <p:cNvPr id="6" name="Picture 5" descr="A screenshot of a video game&#10;&#10;AI-generated content may be incorrect.">
            <a:extLst>
              <a:ext uri="{FF2B5EF4-FFF2-40B4-BE49-F238E27FC236}">
                <a16:creationId xmlns:a16="http://schemas.microsoft.com/office/drawing/2014/main" id="{A88F0700-D247-C16C-4009-9E12C5D48D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2407" y="3277099"/>
            <a:ext cx="6487540" cy="3465882"/>
          </a:xfrm>
          <a:prstGeom prst="rect">
            <a:avLst/>
          </a:prstGeom>
        </p:spPr>
      </p:pic>
      <p:sp>
        <p:nvSpPr>
          <p:cNvPr id="7" name="TextBox 6">
            <a:extLst>
              <a:ext uri="{FF2B5EF4-FFF2-40B4-BE49-F238E27FC236}">
                <a16:creationId xmlns:a16="http://schemas.microsoft.com/office/drawing/2014/main" id="{944AC53D-7B55-6E2F-240C-D56B6BBA95FF}"/>
              </a:ext>
            </a:extLst>
          </p:cNvPr>
          <p:cNvSpPr txBox="1"/>
          <p:nvPr/>
        </p:nvSpPr>
        <p:spPr>
          <a:xfrm>
            <a:off x="4317521" y="808009"/>
            <a:ext cx="2094781" cy="523220"/>
          </a:xfrm>
          <a:prstGeom prst="rect">
            <a:avLst/>
          </a:prstGeom>
          <a:noFill/>
        </p:spPr>
        <p:txBody>
          <a:bodyPr wrap="square" rtlCol="0">
            <a:spAutoFit/>
          </a:bodyPr>
          <a:lstStyle/>
          <a:p>
            <a:r>
              <a:rPr lang="en-GB" sz="1400" dirty="0">
                <a:solidFill>
                  <a:schemeClr val="bg1"/>
                </a:solidFill>
              </a:rPr>
              <a:t>Without controls, with contaminant ASVs.</a:t>
            </a:r>
          </a:p>
        </p:txBody>
      </p:sp>
      <p:sp>
        <p:nvSpPr>
          <p:cNvPr id="8" name="TextBox 7">
            <a:extLst>
              <a:ext uri="{FF2B5EF4-FFF2-40B4-BE49-F238E27FC236}">
                <a16:creationId xmlns:a16="http://schemas.microsoft.com/office/drawing/2014/main" id="{FB594FA4-FCEB-37B7-D371-25BCFEFF49F1}"/>
              </a:ext>
            </a:extLst>
          </p:cNvPr>
          <p:cNvSpPr txBox="1"/>
          <p:nvPr/>
        </p:nvSpPr>
        <p:spPr>
          <a:xfrm>
            <a:off x="5654615" y="5775666"/>
            <a:ext cx="1626079" cy="523220"/>
          </a:xfrm>
          <a:prstGeom prst="rect">
            <a:avLst/>
          </a:prstGeom>
          <a:noFill/>
        </p:spPr>
        <p:txBody>
          <a:bodyPr wrap="square" rtlCol="0">
            <a:spAutoFit/>
          </a:bodyPr>
          <a:lstStyle/>
          <a:p>
            <a:r>
              <a:rPr lang="en-GB" sz="1400" dirty="0">
                <a:solidFill>
                  <a:schemeClr val="bg1"/>
                </a:solidFill>
              </a:rPr>
              <a:t>Without controls, decontaminated.</a:t>
            </a:r>
          </a:p>
        </p:txBody>
      </p:sp>
      <p:sp>
        <p:nvSpPr>
          <p:cNvPr id="9" name="TextBox 8">
            <a:extLst>
              <a:ext uri="{FF2B5EF4-FFF2-40B4-BE49-F238E27FC236}">
                <a16:creationId xmlns:a16="http://schemas.microsoft.com/office/drawing/2014/main" id="{855D788F-FA3D-7F2F-30BC-D3F65B8B7B9D}"/>
              </a:ext>
            </a:extLst>
          </p:cNvPr>
          <p:cNvSpPr txBox="1"/>
          <p:nvPr/>
        </p:nvSpPr>
        <p:spPr>
          <a:xfrm>
            <a:off x="396428" y="4377783"/>
            <a:ext cx="4681654" cy="2062103"/>
          </a:xfrm>
          <a:prstGeom prst="rect">
            <a:avLst/>
          </a:prstGeom>
          <a:noFill/>
        </p:spPr>
        <p:txBody>
          <a:bodyPr wrap="square" rtlCol="0">
            <a:spAutoFit/>
          </a:bodyPr>
          <a:lstStyle/>
          <a:p>
            <a:r>
              <a:rPr lang="en-GB" sz="1600" dirty="0">
                <a:solidFill>
                  <a:srgbClr val="0070C0"/>
                </a:solidFill>
              </a:rPr>
              <a:t>Decontamination shows true clusters but reduces </a:t>
            </a:r>
            <a:r>
              <a:rPr lang="en-GB" sz="1600" dirty="0" err="1">
                <a:solidFill>
                  <a:srgbClr val="0070C0"/>
                </a:solidFill>
              </a:rPr>
              <a:t>PCoA</a:t>
            </a:r>
            <a:r>
              <a:rPr lang="en-GB" sz="1600" dirty="0">
                <a:solidFill>
                  <a:srgbClr val="0070C0"/>
                </a:solidFill>
              </a:rPr>
              <a:t> % along Axis 1. About ~30% of differences between samples are explained by the 3 axes or </a:t>
            </a:r>
            <a:r>
              <a:rPr lang="en-GB" sz="1600" dirty="0" err="1">
                <a:solidFill>
                  <a:srgbClr val="0070C0"/>
                </a:solidFill>
              </a:rPr>
              <a:t>PCoAs</a:t>
            </a:r>
            <a:r>
              <a:rPr lang="en-GB" sz="1600" dirty="0">
                <a:solidFill>
                  <a:srgbClr val="0070C0"/>
                </a:solidFill>
              </a:rPr>
              <a:t>.</a:t>
            </a:r>
          </a:p>
          <a:p>
            <a:endParaRPr lang="en-GB" sz="1600" dirty="0">
              <a:solidFill>
                <a:srgbClr val="0070C0"/>
              </a:solidFill>
            </a:endParaRPr>
          </a:p>
          <a:p>
            <a:r>
              <a:rPr lang="en-GB" sz="1600" dirty="0">
                <a:solidFill>
                  <a:srgbClr val="0070C0"/>
                </a:solidFill>
              </a:rPr>
              <a:t>No outliers and soil samples cluster closer.</a:t>
            </a:r>
          </a:p>
          <a:p>
            <a:endParaRPr lang="en-GB" sz="1600" dirty="0">
              <a:solidFill>
                <a:srgbClr val="0070C0"/>
              </a:solidFill>
            </a:endParaRPr>
          </a:p>
          <a:p>
            <a:r>
              <a:rPr lang="en-GB" sz="1600" dirty="0">
                <a:solidFill>
                  <a:srgbClr val="0070C0"/>
                </a:solidFill>
              </a:rPr>
              <a:t>Numbers are tree numbers.</a:t>
            </a:r>
          </a:p>
        </p:txBody>
      </p:sp>
    </p:spTree>
    <p:extLst>
      <p:ext uri="{BB962C8B-B14F-4D97-AF65-F5344CB8AC3E}">
        <p14:creationId xmlns:p14="http://schemas.microsoft.com/office/powerpoint/2010/main" val="56735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C50A4F-E795-59F5-63EE-FD09FE81E427}"/>
              </a:ext>
            </a:extLst>
          </p:cNvPr>
          <p:cNvSpPr txBox="1"/>
          <p:nvPr/>
        </p:nvSpPr>
        <p:spPr>
          <a:xfrm>
            <a:off x="373811" y="254804"/>
            <a:ext cx="11444377" cy="369332"/>
          </a:xfrm>
          <a:prstGeom prst="rect">
            <a:avLst/>
          </a:prstGeom>
          <a:noFill/>
        </p:spPr>
        <p:txBody>
          <a:bodyPr wrap="square">
            <a:spAutoFit/>
          </a:bodyPr>
          <a:lstStyle/>
          <a:p>
            <a:pPr algn="ctr"/>
            <a:r>
              <a:rPr lang="en-GB" sz="1800" b="1" dirty="0">
                <a:effectLst/>
                <a:latin typeface="Aptos" panose="020B0004020202020204" pitchFamily="34" charset="0"/>
                <a:ea typeface="Aptos" panose="020B0004020202020204" pitchFamily="34" charset="0"/>
                <a:cs typeface="Times New Roman" panose="02020603050405020304" pitchFamily="18" charset="0"/>
              </a:rPr>
              <a:t>Shannon Index (alpha diversity): tissue/source seems most relevant niche for differences, not tree type.</a:t>
            </a:r>
            <a:endParaRPr lang="en-GB" b="1" dirty="0"/>
          </a:p>
        </p:txBody>
      </p:sp>
      <p:pic>
        <p:nvPicPr>
          <p:cNvPr id="5" name="Picture 4" descr="A black background with white squares&#10;&#10;AI-generated content may be incorrect.">
            <a:extLst>
              <a:ext uri="{FF2B5EF4-FFF2-40B4-BE49-F238E27FC236}">
                <a16:creationId xmlns:a16="http://schemas.microsoft.com/office/drawing/2014/main" id="{E9CBE54F-92A1-A889-AA66-ADB66453B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977" y="1227016"/>
            <a:ext cx="10668022" cy="4956058"/>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75CE52AA-D4C9-B2AD-1BA7-3F466C3AAC2E}"/>
                  </a:ext>
                </a:extLst>
              </p14:cNvPr>
              <p14:cNvContentPartPr/>
              <p14:nvPr/>
            </p14:nvContentPartPr>
            <p14:xfrm>
              <a:off x="7496432" y="1263043"/>
              <a:ext cx="1638000" cy="242280"/>
            </p14:xfrm>
          </p:contentPart>
        </mc:Choice>
        <mc:Fallback xmlns="">
          <p:pic>
            <p:nvPicPr>
              <p:cNvPr id="8" name="Ink 7">
                <a:extLst>
                  <a:ext uri="{FF2B5EF4-FFF2-40B4-BE49-F238E27FC236}">
                    <a16:creationId xmlns:a16="http://schemas.microsoft.com/office/drawing/2014/main" id="{75CE52AA-D4C9-B2AD-1BA7-3F466C3AAC2E}"/>
                  </a:ext>
                </a:extLst>
              </p:cNvPr>
              <p:cNvPicPr/>
              <p:nvPr/>
            </p:nvPicPr>
            <p:blipFill>
              <a:blip r:embed="rId4"/>
              <a:stretch>
                <a:fillRect/>
              </a:stretch>
            </p:blipFill>
            <p:spPr>
              <a:xfrm>
                <a:off x="7490312" y="1256923"/>
                <a:ext cx="1650240" cy="254520"/>
              </a:xfrm>
              <a:prstGeom prst="rect">
                <a:avLst/>
              </a:prstGeom>
            </p:spPr>
          </p:pic>
        </mc:Fallback>
      </mc:AlternateContent>
      <p:grpSp>
        <p:nvGrpSpPr>
          <p:cNvPr id="21" name="Group 20">
            <a:extLst>
              <a:ext uri="{FF2B5EF4-FFF2-40B4-BE49-F238E27FC236}">
                <a16:creationId xmlns:a16="http://schemas.microsoft.com/office/drawing/2014/main" id="{752D95E8-FD23-5487-6C0E-11D1AA782974}"/>
              </a:ext>
            </a:extLst>
          </p:cNvPr>
          <p:cNvGrpSpPr/>
          <p:nvPr/>
        </p:nvGrpSpPr>
        <p:grpSpPr>
          <a:xfrm>
            <a:off x="7936352" y="919243"/>
            <a:ext cx="1591200" cy="366120"/>
            <a:chOff x="7936352" y="919243"/>
            <a:chExt cx="1591200" cy="366120"/>
          </a:xfrm>
        </p:grpSpPr>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91537403-607D-9CAA-9A6F-9F66BFF6282A}"/>
                    </a:ext>
                  </a:extLst>
                </p14:cNvPr>
                <p14:cNvContentPartPr/>
                <p14:nvPr/>
              </p14:nvContentPartPr>
              <p14:xfrm>
                <a:off x="7936352" y="1077283"/>
                <a:ext cx="120960" cy="138240"/>
              </p14:xfrm>
            </p:contentPart>
          </mc:Choice>
          <mc:Fallback xmlns="">
            <p:pic>
              <p:nvPicPr>
                <p:cNvPr id="9" name="Ink 8">
                  <a:extLst>
                    <a:ext uri="{FF2B5EF4-FFF2-40B4-BE49-F238E27FC236}">
                      <a16:creationId xmlns:a16="http://schemas.microsoft.com/office/drawing/2014/main" id="{91537403-607D-9CAA-9A6F-9F66BFF6282A}"/>
                    </a:ext>
                  </a:extLst>
                </p:cNvPr>
                <p:cNvPicPr/>
                <p:nvPr/>
              </p:nvPicPr>
              <p:blipFill>
                <a:blip r:embed="rId6"/>
                <a:stretch>
                  <a:fillRect/>
                </a:stretch>
              </p:blipFill>
              <p:spPr>
                <a:xfrm>
                  <a:off x="7930232" y="1071163"/>
                  <a:ext cx="1332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EE51AF6D-6A75-BD9A-2C2D-E33D7F5FC39A}"/>
                    </a:ext>
                  </a:extLst>
                </p14:cNvPr>
                <p14:cNvContentPartPr/>
                <p14:nvPr/>
              </p14:nvContentPartPr>
              <p14:xfrm>
                <a:off x="8161712" y="1180603"/>
                <a:ext cx="4680" cy="17640"/>
              </p14:xfrm>
            </p:contentPart>
          </mc:Choice>
          <mc:Fallback xmlns="">
            <p:pic>
              <p:nvPicPr>
                <p:cNvPr id="10" name="Ink 9">
                  <a:extLst>
                    <a:ext uri="{FF2B5EF4-FFF2-40B4-BE49-F238E27FC236}">
                      <a16:creationId xmlns:a16="http://schemas.microsoft.com/office/drawing/2014/main" id="{EE51AF6D-6A75-BD9A-2C2D-E33D7F5FC39A}"/>
                    </a:ext>
                  </a:extLst>
                </p:cNvPr>
                <p:cNvPicPr/>
                <p:nvPr/>
              </p:nvPicPr>
              <p:blipFill>
                <a:blip r:embed="rId8"/>
                <a:stretch>
                  <a:fillRect/>
                </a:stretch>
              </p:blipFill>
              <p:spPr>
                <a:xfrm>
                  <a:off x="8155592" y="1174483"/>
                  <a:ext cx="169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D8B09B32-8C71-3A9E-B2FC-87D051B45C4C}"/>
                    </a:ext>
                  </a:extLst>
                </p14:cNvPr>
                <p14:cNvContentPartPr/>
                <p14:nvPr/>
              </p14:nvContentPartPr>
              <p14:xfrm>
                <a:off x="8265752" y="1079803"/>
                <a:ext cx="112320" cy="131760"/>
              </p14:xfrm>
            </p:contentPart>
          </mc:Choice>
          <mc:Fallback xmlns="">
            <p:pic>
              <p:nvPicPr>
                <p:cNvPr id="11" name="Ink 10">
                  <a:extLst>
                    <a:ext uri="{FF2B5EF4-FFF2-40B4-BE49-F238E27FC236}">
                      <a16:creationId xmlns:a16="http://schemas.microsoft.com/office/drawing/2014/main" id="{D8B09B32-8C71-3A9E-B2FC-87D051B45C4C}"/>
                    </a:ext>
                  </a:extLst>
                </p:cNvPr>
                <p:cNvPicPr/>
                <p:nvPr/>
              </p:nvPicPr>
              <p:blipFill>
                <a:blip r:embed="rId10"/>
                <a:stretch>
                  <a:fillRect/>
                </a:stretch>
              </p:blipFill>
              <p:spPr>
                <a:xfrm>
                  <a:off x="8259632" y="1073683"/>
                  <a:ext cx="1245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4E6D4B7C-F08D-1EE0-971A-2542ABC572AC}"/>
                    </a:ext>
                  </a:extLst>
                </p14:cNvPr>
                <p14:cNvContentPartPr/>
                <p14:nvPr/>
              </p14:nvContentPartPr>
              <p14:xfrm>
                <a:off x="8436752" y="1037683"/>
                <a:ext cx="113040" cy="198360"/>
              </p14:xfrm>
            </p:contentPart>
          </mc:Choice>
          <mc:Fallback xmlns="">
            <p:pic>
              <p:nvPicPr>
                <p:cNvPr id="12" name="Ink 11">
                  <a:extLst>
                    <a:ext uri="{FF2B5EF4-FFF2-40B4-BE49-F238E27FC236}">
                      <a16:creationId xmlns:a16="http://schemas.microsoft.com/office/drawing/2014/main" id="{4E6D4B7C-F08D-1EE0-971A-2542ABC572AC}"/>
                    </a:ext>
                  </a:extLst>
                </p:cNvPr>
                <p:cNvPicPr/>
                <p:nvPr/>
              </p:nvPicPr>
              <p:blipFill>
                <a:blip r:embed="rId12"/>
                <a:stretch>
                  <a:fillRect/>
                </a:stretch>
              </p:blipFill>
              <p:spPr>
                <a:xfrm>
                  <a:off x="8430632" y="1031563"/>
                  <a:ext cx="1252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BDFBC91E-3ED2-8275-D07F-0134B074EBA9}"/>
                    </a:ext>
                  </a:extLst>
                </p14:cNvPr>
                <p14:cNvContentPartPr/>
                <p14:nvPr/>
              </p14:nvContentPartPr>
              <p14:xfrm>
                <a:off x="8565632" y="1060003"/>
                <a:ext cx="115920" cy="149400"/>
              </p14:xfrm>
            </p:contentPart>
          </mc:Choice>
          <mc:Fallback xmlns="">
            <p:pic>
              <p:nvPicPr>
                <p:cNvPr id="14" name="Ink 13">
                  <a:extLst>
                    <a:ext uri="{FF2B5EF4-FFF2-40B4-BE49-F238E27FC236}">
                      <a16:creationId xmlns:a16="http://schemas.microsoft.com/office/drawing/2014/main" id="{BDFBC91E-3ED2-8275-D07F-0134B074EBA9}"/>
                    </a:ext>
                  </a:extLst>
                </p:cNvPr>
                <p:cNvPicPr/>
                <p:nvPr/>
              </p:nvPicPr>
              <p:blipFill>
                <a:blip r:embed="rId14"/>
                <a:stretch>
                  <a:fillRect/>
                </a:stretch>
              </p:blipFill>
              <p:spPr>
                <a:xfrm>
                  <a:off x="8559512" y="1053883"/>
                  <a:ext cx="1281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9E8B7FA9-D12F-7F7B-24FF-9C5E986CC533}"/>
                    </a:ext>
                  </a:extLst>
                </p14:cNvPr>
                <p14:cNvContentPartPr/>
                <p14:nvPr/>
              </p14:nvContentPartPr>
              <p14:xfrm>
                <a:off x="8729792" y="1030123"/>
                <a:ext cx="124920" cy="187920"/>
              </p14:xfrm>
            </p:contentPart>
          </mc:Choice>
          <mc:Fallback xmlns="">
            <p:pic>
              <p:nvPicPr>
                <p:cNvPr id="15" name="Ink 14">
                  <a:extLst>
                    <a:ext uri="{FF2B5EF4-FFF2-40B4-BE49-F238E27FC236}">
                      <a16:creationId xmlns:a16="http://schemas.microsoft.com/office/drawing/2014/main" id="{9E8B7FA9-D12F-7F7B-24FF-9C5E986CC533}"/>
                    </a:ext>
                  </a:extLst>
                </p:cNvPr>
                <p:cNvPicPr/>
                <p:nvPr/>
              </p:nvPicPr>
              <p:blipFill>
                <a:blip r:embed="rId16"/>
                <a:stretch>
                  <a:fillRect/>
                </a:stretch>
              </p:blipFill>
              <p:spPr>
                <a:xfrm>
                  <a:off x="8723672" y="1024003"/>
                  <a:ext cx="13716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5607A9E8-4A78-6F66-8C79-BD4E232515A8}"/>
                    </a:ext>
                  </a:extLst>
                </p14:cNvPr>
                <p14:cNvContentPartPr/>
                <p14:nvPr/>
              </p14:nvContentPartPr>
              <p14:xfrm>
                <a:off x="8974952" y="919243"/>
                <a:ext cx="253800" cy="340560"/>
              </p14:xfrm>
            </p:contentPart>
          </mc:Choice>
          <mc:Fallback xmlns="">
            <p:pic>
              <p:nvPicPr>
                <p:cNvPr id="17" name="Ink 16">
                  <a:extLst>
                    <a:ext uri="{FF2B5EF4-FFF2-40B4-BE49-F238E27FC236}">
                      <a16:creationId xmlns:a16="http://schemas.microsoft.com/office/drawing/2014/main" id="{5607A9E8-4A78-6F66-8C79-BD4E232515A8}"/>
                    </a:ext>
                  </a:extLst>
                </p:cNvPr>
                <p:cNvPicPr/>
                <p:nvPr/>
              </p:nvPicPr>
              <p:blipFill>
                <a:blip r:embed="rId18"/>
                <a:stretch>
                  <a:fillRect/>
                </a:stretch>
              </p:blipFill>
              <p:spPr>
                <a:xfrm>
                  <a:off x="8968832" y="913123"/>
                  <a:ext cx="26604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C79B312E-C2C9-AC44-74EC-F9184877E953}"/>
                    </a:ext>
                  </a:extLst>
                </p14:cNvPr>
                <p14:cNvContentPartPr/>
                <p14:nvPr/>
              </p14:nvContentPartPr>
              <p14:xfrm>
                <a:off x="9162872" y="1069363"/>
                <a:ext cx="150840" cy="145440"/>
              </p14:xfrm>
            </p:contentPart>
          </mc:Choice>
          <mc:Fallback xmlns="">
            <p:pic>
              <p:nvPicPr>
                <p:cNvPr id="19" name="Ink 18">
                  <a:extLst>
                    <a:ext uri="{FF2B5EF4-FFF2-40B4-BE49-F238E27FC236}">
                      <a16:creationId xmlns:a16="http://schemas.microsoft.com/office/drawing/2014/main" id="{C79B312E-C2C9-AC44-74EC-F9184877E953}"/>
                    </a:ext>
                  </a:extLst>
                </p:cNvPr>
                <p:cNvPicPr/>
                <p:nvPr/>
              </p:nvPicPr>
              <p:blipFill>
                <a:blip r:embed="rId20"/>
                <a:stretch>
                  <a:fillRect/>
                </a:stretch>
              </p:blipFill>
              <p:spPr>
                <a:xfrm>
                  <a:off x="9156752" y="1063243"/>
                  <a:ext cx="1630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Ink 19">
                  <a:extLst>
                    <a:ext uri="{FF2B5EF4-FFF2-40B4-BE49-F238E27FC236}">
                      <a16:creationId xmlns:a16="http://schemas.microsoft.com/office/drawing/2014/main" id="{91552C6C-5AC4-4715-8606-90E664B4C98C}"/>
                    </a:ext>
                  </a:extLst>
                </p14:cNvPr>
                <p14:cNvContentPartPr/>
                <p14:nvPr/>
              </p14:nvContentPartPr>
              <p14:xfrm>
                <a:off x="9380312" y="957043"/>
                <a:ext cx="147240" cy="328320"/>
              </p14:xfrm>
            </p:contentPart>
          </mc:Choice>
          <mc:Fallback xmlns="">
            <p:pic>
              <p:nvPicPr>
                <p:cNvPr id="20" name="Ink 19">
                  <a:extLst>
                    <a:ext uri="{FF2B5EF4-FFF2-40B4-BE49-F238E27FC236}">
                      <a16:creationId xmlns:a16="http://schemas.microsoft.com/office/drawing/2014/main" id="{91552C6C-5AC4-4715-8606-90E664B4C98C}"/>
                    </a:ext>
                  </a:extLst>
                </p:cNvPr>
                <p:cNvPicPr/>
                <p:nvPr/>
              </p:nvPicPr>
              <p:blipFill>
                <a:blip r:embed="rId22"/>
                <a:stretch>
                  <a:fillRect/>
                </a:stretch>
              </p:blipFill>
              <p:spPr>
                <a:xfrm>
                  <a:off x="9374192" y="950923"/>
                  <a:ext cx="159480" cy="340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22" name="Ink 21">
                <a:extLst>
                  <a:ext uri="{FF2B5EF4-FFF2-40B4-BE49-F238E27FC236}">
                    <a16:creationId xmlns:a16="http://schemas.microsoft.com/office/drawing/2014/main" id="{6B563983-7803-8996-2466-813B0E2E57BA}"/>
                  </a:ext>
                </a:extLst>
              </p14:cNvPr>
              <p14:cNvContentPartPr/>
              <p14:nvPr/>
            </p14:nvContentPartPr>
            <p14:xfrm>
              <a:off x="3100832" y="1308043"/>
              <a:ext cx="1774440" cy="787320"/>
            </p14:xfrm>
          </p:contentPart>
        </mc:Choice>
        <mc:Fallback xmlns="">
          <p:pic>
            <p:nvPicPr>
              <p:cNvPr id="22" name="Ink 21">
                <a:extLst>
                  <a:ext uri="{FF2B5EF4-FFF2-40B4-BE49-F238E27FC236}">
                    <a16:creationId xmlns:a16="http://schemas.microsoft.com/office/drawing/2014/main" id="{6B563983-7803-8996-2466-813B0E2E57BA}"/>
                  </a:ext>
                </a:extLst>
              </p:cNvPr>
              <p:cNvPicPr/>
              <p:nvPr/>
            </p:nvPicPr>
            <p:blipFill>
              <a:blip r:embed="rId24"/>
              <a:stretch>
                <a:fillRect/>
              </a:stretch>
            </p:blipFill>
            <p:spPr>
              <a:xfrm>
                <a:off x="3094712" y="1301923"/>
                <a:ext cx="1786680" cy="799560"/>
              </a:xfrm>
              <a:prstGeom prst="rect">
                <a:avLst/>
              </a:prstGeom>
            </p:spPr>
          </p:pic>
        </mc:Fallback>
      </mc:AlternateContent>
      <p:grpSp>
        <p:nvGrpSpPr>
          <p:cNvPr id="35" name="Group 34">
            <a:extLst>
              <a:ext uri="{FF2B5EF4-FFF2-40B4-BE49-F238E27FC236}">
                <a16:creationId xmlns:a16="http://schemas.microsoft.com/office/drawing/2014/main" id="{E20D7F70-3301-65C9-AEB8-525ECFB2BF40}"/>
              </a:ext>
            </a:extLst>
          </p:cNvPr>
          <p:cNvGrpSpPr/>
          <p:nvPr/>
        </p:nvGrpSpPr>
        <p:grpSpPr>
          <a:xfrm>
            <a:off x="3459752" y="927163"/>
            <a:ext cx="1376280" cy="603720"/>
            <a:chOff x="3459752" y="927163"/>
            <a:chExt cx="1376280" cy="603720"/>
          </a:xfrm>
        </p:grpSpPr>
        <mc:AlternateContent xmlns:mc="http://schemas.openxmlformats.org/markup-compatibility/2006" xmlns:p14="http://schemas.microsoft.com/office/powerpoint/2010/main">
          <mc:Choice Requires="p14">
            <p:contentPart p14:bwMode="auto" r:id="rId25">
              <p14:nvContentPartPr>
                <p14:cNvPr id="23" name="Ink 22">
                  <a:extLst>
                    <a:ext uri="{FF2B5EF4-FFF2-40B4-BE49-F238E27FC236}">
                      <a16:creationId xmlns:a16="http://schemas.microsoft.com/office/drawing/2014/main" id="{1BA4E7D0-9FB3-15A4-DE20-65D7E3942E1B}"/>
                    </a:ext>
                  </a:extLst>
                </p14:cNvPr>
                <p14:cNvContentPartPr/>
                <p14:nvPr/>
              </p14:nvContentPartPr>
              <p14:xfrm>
                <a:off x="3459752" y="1354843"/>
                <a:ext cx="182520" cy="152280"/>
              </p14:xfrm>
            </p:contentPart>
          </mc:Choice>
          <mc:Fallback xmlns="">
            <p:pic>
              <p:nvPicPr>
                <p:cNvPr id="23" name="Ink 22">
                  <a:extLst>
                    <a:ext uri="{FF2B5EF4-FFF2-40B4-BE49-F238E27FC236}">
                      <a16:creationId xmlns:a16="http://schemas.microsoft.com/office/drawing/2014/main" id="{1BA4E7D0-9FB3-15A4-DE20-65D7E3942E1B}"/>
                    </a:ext>
                  </a:extLst>
                </p:cNvPr>
                <p:cNvPicPr/>
                <p:nvPr/>
              </p:nvPicPr>
              <p:blipFill>
                <a:blip r:embed="rId26"/>
                <a:stretch>
                  <a:fillRect/>
                </a:stretch>
              </p:blipFill>
              <p:spPr>
                <a:xfrm>
                  <a:off x="3453632" y="1348723"/>
                  <a:ext cx="1947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4" name="Ink 23">
                  <a:extLst>
                    <a:ext uri="{FF2B5EF4-FFF2-40B4-BE49-F238E27FC236}">
                      <a16:creationId xmlns:a16="http://schemas.microsoft.com/office/drawing/2014/main" id="{C04B7EE7-85C5-5E73-E545-85136857B42E}"/>
                    </a:ext>
                  </a:extLst>
                </p14:cNvPr>
                <p14:cNvContentPartPr/>
                <p14:nvPr/>
              </p14:nvContentPartPr>
              <p14:xfrm>
                <a:off x="3727232" y="1471843"/>
                <a:ext cx="360" cy="360"/>
              </p14:xfrm>
            </p:contentPart>
          </mc:Choice>
          <mc:Fallback xmlns="">
            <p:pic>
              <p:nvPicPr>
                <p:cNvPr id="24" name="Ink 23">
                  <a:extLst>
                    <a:ext uri="{FF2B5EF4-FFF2-40B4-BE49-F238E27FC236}">
                      <a16:creationId xmlns:a16="http://schemas.microsoft.com/office/drawing/2014/main" id="{C04B7EE7-85C5-5E73-E545-85136857B42E}"/>
                    </a:ext>
                  </a:extLst>
                </p:cNvPr>
                <p:cNvPicPr/>
                <p:nvPr/>
              </p:nvPicPr>
              <p:blipFill>
                <a:blip r:embed="rId28"/>
                <a:stretch>
                  <a:fillRect/>
                </a:stretch>
              </p:blipFill>
              <p:spPr>
                <a:xfrm>
                  <a:off x="3721112" y="146572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CA650A9B-719E-9D6C-6906-962332873350}"/>
                    </a:ext>
                  </a:extLst>
                </p14:cNvPr>
                <p14:cNvContentPartPr/>
                <p14:nvPr/>
              </p14:nvContentPartPr>
              <p14:xfrm>
                <a:off x="3777632" y="1238203"/>
                <a:ext cx="145800" cy="190800"/>
              </p14:xfrm>
            </p:contentPart>
          </mc:Choice>
          <mc:Fallback xmlns="">
            <p:pic>
              <p:nvPicPr>
                <p:cNvPr id="25" name="Ink 24">
                  <a:extLst>
                    <a:ext uri="{FF2B5EF4-FFF2-40B4-BE49-F238E27FC236}">
                      <a16:creationId xmlns:a16="http://schemas.microsoft.com/office/drawing/2014/main" id="{CA650A9B-719E-9D6C-6906-962332873350}"/>
                    </a:ext>
                  </a:extLst>
                </p:cNvPr>
                <p:cNvPicPr/>
                <p:nvPr/>
              </p:nvPicPr>
              <p:blipFill>
                <a:blip r:embed="rId30"/>
                <a:stretch>
                  <a:fillRect/>
                </a:stretch>
              </p:blipFill>
              <p:spPr>
                <a:xfrm>
                  <a:off x="3771512" y="1232083"/>
                  <a:ext cx="1580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id="{7A17DA82-C87A-1E0C-BF0B-C2A73A1CA511}"/>
                    </a:ext>
                  </a:extLst>
                </p14:cNvPr>
                <p14:cNvContentPartPr/>
                <p14:nvPr/>
              </p14:nvContentPartPr>
              <p14:xfrm>
                <a:off x="3982472" y="1144243"/>
                <a:ext cx="180360" cy="252000"/>
              </p14:xfrm>
            </p:contentPart>
          </mc:Choice>
          <mc:Fallback xmlns="">
            <p:pic>
              <p:nvPicPr>
                <p:cNvPr id="26" name="Ink 25">
                  <a:extLst>
                    <a:ext uri="{FF2B5EF4-FFF2-40B4-BE49-F238E27FC236}">
                      <a16:creationId xmlns:a16="http://schemas.microsoft.com/office/drawing/2014/main" id="{7A17DA82-C87A-1E0C-BF0B-C2A73A1CA511}"/>
                    </a:ext>
                  </a:extLst>
                </p:cNvPr>
                <p:cNvPicPr/>
                <p:nvPr/>
              </p:nvPicPr>
              <p:blipFill>
                <a:blip r:embed="rId32"/>
                <a:stretch>
                  <a:fillRect/>
                </a:stretch>
              </p:blipFill>
              <p:spPr>
                <a:xfrm>
                  <a:off x="3976352" y="1138123"/>
                  <a:ext cx="19260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ACDB399A-34F5-B8F1-6675-63D3ED85C44C}"/>
                    </a:ext>
                  </a:extLst>
                </p14:cNvPr>
                <p14:cNvContentPartPr/>
                <p14:nvPr/>
              </p14:nvContentPartPr>
              <p14:xfrm>
                <a:off x="3748472" y="1499203"/>
                <a:ext cx="6480" cy="10440"/>
              </p14:xfrm>
            </p:contentPart>
          </mc:Choice>
          <mc:Fallback xmlns="">
            <p:pic>
              <p:nvPicPr>
                <p:cNvPr id="27" name="Ink 26">
                  <a:extLst>
                    <a:ext uri="{FF2B5EF4-FFF2-40B4-BE49-F238E27FC236}">
                      <a16:creationId xmlns:a16="http://schemas.microsoft.com/office/drawing/2014/main" id="{ACDB399A-34F5-B8F1-6675-63D3ED85C44C}"/>
                    </a:ext>
                  </a:extLst>
                </p:cNvPr>
                <p:cNvPicPr/>
                <p:nvPr/>
              </p:nvPicPr>
              <p:blipFill>
                <a:blip r:embed="rId34"/>
                <a:stretch>
                  <a:fillRect/>
                </a:stretch>
              </p:blipFill>
              <p:spPr>
                <a:xfrm>
                  <a:off x="3742352" y="1493083"/>
                  <a:ext cx="187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9" name="Ink 28">
                  <a:extLst>
                    <a:ext uri="{FF2B5EF4-FFF2-40B4-BE49-F238E27FC236}">
                      <a16:creationId xmlns:a16="http://schemas.microsoft.com/office/drawing/2014/main" id="{FFF847CD-8F28-6A01-3CC5-191837D60494}"/>
                    </a:ext>
                  </a:extLst>
                </p14:cNvPr>
                <p14:cNvContentPartPr/>
                <p14:nvPr/>
              </p14:nvContentPartPr>
              <p14:xfrm>
                <a:off x="3730472" y="1509643"/>
                <a:ext cx="51840" cy="21240"/>
              </p14:xfrm>
            </p:contentPart>
          </mc:Choice>
          <mc:Fallback xmlns="">
            <p:pic>
              <p:nvPicPr>
                <p:cNvPr id="29" name="Ink 28">
                  <a:extLst>
                    <a:ext uri="{FF2B5EF4-FFF2-40B4-BE49-F238E27FC236}">
                      <a16:creationId xmlns:a16="http://schemas.microsoft.com/office/drawing/2014/main" id="{FFF847CD-8F28-6A01-3CC5-191837D60494}"/>
                    </a:ext>
                  </a:extLst>
                </p:cNvPr>
                <p:cNvPicPr/>
                <p:nvPr/>
              </p:nvPicPr>
              <p:blipFill>
                <a:blip r:embed="rId36"/>
                <a:stretch>
                  <a:fillRect/>
                </a:stretch>
              </p:blipFill>
              <p:spPr>
                <a:xfrm>
                  <a:off x="3724352" y="1503523"/>
                  <a:ext cx="640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0" name="Ink 29">
                  <a:extLst>
                    <a:ext uri="{FF2B5EF4-FFF2-40B4-BE49-F238E27FC236}">
                      <a16:creationId xmlns:a16="http://schemas.microsoft.com/office/drawing/2014/main" id="{68D13389-441F-ABBF-3C8B-703322BCE0EE}"/>
                    </a:ext>
                  </a:extLst>
                </p14:cNvPr>
                <p14:cNvContentPartPr/>
                <p14:nvPr/>
              </p14:nvContentPartPr>
              <p14:xfrm>
                <a:off x="4208552" y="936523"/>
                <a:ext cx="245160" cy="372600"/>
              </p14:xfrm>
            </p:contentPart>
          </mc:Choice>
          <mc:Fallback xmlns="">
            <p:pic>
              <p:nvPicPr>
                <p:cNvPr id="30" name="Ink 29">
                  <a:extLst>
                    <a:ext uri="{FF2B5EF4-FFF2-40B4-BE49-F238E27FC236}">
                      <a16:creationId xmlns:a16="http://schemas.microsoft.com/office/drawing/2014/main" id="{68D13389-441F-ABBF-3C8B-703322BCE0EE}"/>
                    </a:ext>
                  </a:extLst>
                </p:cNvPr>
                <p:cNvPicPr/>
                <p:nvPr/>
              </p:nvPicPr>
              <p:blipFill>
                <a:blip r:embed="rId38"/>
                <a:stretch>
                  <a:fillRect/>
                </a:stretch>
              </p:blipFill>
              <p:spPr>
                <a:xfrm>
                  <a:off x="4202432" y="930403"/>
                  <a:ext cx="25740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Ink 30">
                  <a:extLst>
                    <a:ext uri="{FF2B5EF4-FFF2-40B4-BE49-F238E27FC236}">
                      <a16:creationId xmlns:a16="http://schemas.microsoft.com/office/drawing/2014/main" id="{8ACD687D-21B1-A541-753F-16E2D114F006}"/>
                    </a:ext>
                  </a:extLst>
                </p14:cNvPr>
                <p14:cNvContentPartPr/>
                <p14:nvPr/>
              </p14:nvContentPartPr>
              <p14:xfrm>
                <a:off x="4405472" y="1089883"/>
                <a:ext cx="158400" cy="141120"/>
              </p14:xfrm>
            </p:contentPart>
          </mc:Choice>
          <mc:Fallback xmlns="">
            <p:pic>
              <p:nvPicPr>
                <p:cNvPr id="31" name="Ink 30">
                  <a:extLst>
                    <a:ext uri="{FF2B5EF4-FFF2-40B4-BE49-F238E27FC236}">
                      <a16:creationId xmlns:a16="http://schemas.microsoft.com/office/drawing/2014/main" id="{8ACD687D-21B1-A541-753F-16E2D114F006}"/>
                    </a:ext>
                  </a:extLst>
                </p:cNvPr>
                <p:cNvPicPr/>
                <p:nvPr/>
              </p:nvPicPr>
              <p:blipFill>
                <a:blip r:embed="rId40"/>
                <a:stretch>
                  <a:fillRect/>
                </a:stretch>
              </p:blipFill>
              <p:spPr>
                <a:xfrm>
                  <a:off x="4399352" y="1083763"/>
                  <a:ext cx="1706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192CC3EE-D515-C5E3-0CD5-ECB1B7998F23}"/>
                    </a:ext>
                  </a:extLst>
                </p14:cNvPr>
                <p14:cNvContentPartPr/>
                <p14:nvPr/>
              </p14:nvContentPartPr>
              <p14:xfrm>
                <a:off x="4592672" y="1022563"/>
                <a:ext cx="82800" cy="227520"/>
              </p14:xfrm>
            </p:contentPart>
          </mc:Choice>
          <mc:Fallback xmlns="">
            <p:pic>
              <p:nvPicPr>
                <p:cNvPr id="32" name="Ink 31">
                  <a:extLst>
                    <a:ext uri="{FF2B5EF4-FFF2-40B4-BE49-F238E27FC236}">
                      <a16:creationId xmlns:a16="http://schemas.microsoft.com/office/drawing/2014/main" id="{192CC3EE-D515-C5E3-0CD5-ECB1B7998F23}"/>
                    </a:ext>
                  </a:extLst>
                </p:cNvPr>
                <p:cNvPicPr/>
                <p:nvPr/>
              </p:nvPicPr>
              <p:blipFill>
                <a:blip r:embed="rId42"/>
                <a:stretch>
                  <a:fillRect/>
                </a:stretch>
              </p:blipFill>
              <p:spPr>
                <a:xfrm>
                  <a:off x="4586552" y="1016443"/>
                  <a:ext cx="9504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EA563EC4-9FCE-CA23-C2FD-17151774D4E0}"/>
                    </a:ext>
                  </a:extLst>
                </p14:cNvPr>
                <p14:cNvContentPartPr/>
                <p14:nvPr/>
              </p14:nvContentPartPr>
              <p14:xfrm>
                <a:off x="4643072" y="927163"/>
                <a:ext cx="192960" cy="295920"/>
              </p14:xfrm>
            </p:contentPart>
          </mc:Choice>
          <mc:Fallback xmlns="">
            <p:pic>
              <p:nvPicPr>
                <p:cNvPr id="33" name="Ink 32">
                  <a:extLst>
                    <a:ext uri="{FF2B5EF4-FFF2-40B4-BE49-F238E27FC236}">
                      <a16:creationId xmlns:a16="http://schemas.microsoft.com/office/drawing/2014/main" id="{EA563EC4-9FCE-CA23-C2FD-17151774D4E0}"/>
                    </a:ext>
                  </a:extLst>
                </p:cNvPr>
                <p:cNvPicPr/>
                <p:nvPr/>
              </p:nvPicPr>
              <p:blipFill>
                <a:blip r:embed="rId44"/>
                <a:stretch>
                  <a:fillRect/>
                </a:stretch>
              </p:blipFill>
              <p:spPr>
                <a:xfrm>
                  <a:off x="4636952" y="921043"/>
                  <a:ext cx="205200" cy="30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
            <p14:nvContentPartPr>
              <p14:cNvPr id="36" name="Ink 35">
                <a:extLst>
                  <a:ext uri="{FF2B5EF4-FFF2-40B4-BE49-F238E27FC236}">
                    <a16:creationId xmlns:a16="http://schemas.microsoft.com/office/drawing/2014/main" id="{26FB063D-4939-6C83-7BF7-FA4A260BF262}"/>
                  </a:ext>
                </a:extLst>
              </p14:cNvPr>
              <p14:cNvContentPartPr/>
              <p14:nvPr/>
            </p14:nvContentPartPr>
            <p14:xfrm>
              <a:off x="4569272" y="2333683"/>
              <a:ext cx="3278160" cy="558360"/>
            </p14:xfrm>
          </p:contentPart>
        </mc:Choice>
        <mc:Fallback xmlns="">
          <p:pic>
            <p:nvPicPr>
              <p:cNvPr id="36" name="Ink 35">
                <a:extLst>
                  <a:ext uri="{FF2B5EF4-FFF2-40B4-BE49-F238E27FC236}">
                    <a16:creationId xmlns:a16="http://schemas.microsoft.com/office/drawing/2014/main" id="{26FB063D-4939-6C83-7BF7-FA4A260BF262}"/>
                  </a:ext>
                </a:extLst>
              </p:cNvPr>
              <p:cNvPicPr/>
              <p:nvPr/>
            </p:nvPicPr>
            <p:blipFill>
              <a:blip r:embed="rId46"/>
              <a:stretch>
                <a:fillRect/>
              </a:stretch>
            </p:blipFill>
            <p:spPr>
              <a:xfrm>
                <a:off x="4563152" y="2327563"/>
                <a:ext cx="3290400" cy="570600"/>
              </a:xfrm>
              <a:prstGeom prst="rect">
                <a:avLst/>
              </a:prstGeom>
            </p:spPr>
          </p:pic>
        </mc:Fallback>
      </mc:AlternateContent>
      <p:grpSp>
        <p:nvGrpSpPr>
          <p:cNvPr id="54" name="Group 53">
            <a:extLst>
              <a:ext uri="{FF2B5EF4-FFF2-40B4-BE49-F238E27FC236}">
                <a16:creationId xmlns:a16="http://schemas.microsoft.com/office/drawing/2014/main" id="{D080E002-F78C-27C8-78D6-27048E9E0956}"/>
              </a:ext>
            </a:extLst>
          </p:cNvPr>
          <p:cNvGrpSpPr/>
          <p:nvPr/>
        </p:nvGrpSpPr>
        <p:grpSpPr>
          <a:xfrm>
            <a:off x="5723792" y="2027683"/>
            <a:ext cx="1768680" cy="298440"/>
            <a:chOff x="5723792" y="2027683"/>
            <a:chExt cx="1768680" cy="298440"/>
          </a:xfrm>
        </p:grpSpPr>
        <mc:AlternateContent xmlns:mc="http://schemas.openxmlformats.org/markup-compatibility/2006" xmlns:p14="http://schemas.microsoft.com/office/powerpoint/2010/main">
          <mc:Choice Requires="p14">
            <p:contentPart p14:bwMode="auto" r:id="rId47">
              <p14:nvContentPartPr>
                <p14:cNvPr id="40" name="Ink 39">
                  <a:extLst>
                    <a:ext uri="{FF2B5EF4-FFF2-40B4-BE49-F238E27FC236}">
                      <a16:creationId xmlns:a16="http://schemas.microsoft.com/office/drawing/2014/main" id="{87852258-A08D-317E-6331-6C744883F852}"/>
                    </a:ext>
                  </a:extLst>
                </p14:cNvPr>
                <p14:cNvContentPartPr/>
                <p14:nvPr/>
              </p14:nvContentPartPr>
              <p14:xfrm>
                <a:off x="5723792" y="2053963"/>
                <a:ext cx="132840" cy="174600"/>
              </p14:xfrm>
            </p:contentPart>
          </mc:Choice>
          <mc:Fallback xmlns="">
            <p:pic>
              <p:nvPicPr>
                <p:cNvPr id="40" name="Ink 39">
                  <a:extLst>
                    <a:ext uri="{FF2B5EF4-FFF2-40B4-BE49-F238E27FC236}">
                      <a16:creationId xmlns:a16="http://schemas.microsoft.com/office/drawing/2014/main" id="{87852258-A08D-317E-6331-6C744883F852}"/>
                    </a:ext>
                  </a:extLst>
                </p:cNvPr>
                <p:cNvPicPr/>
                <p:nvPr/>
              </p:nvPicPr>
              <p:blipFill>
                <a:blip r:embed="rId48"/>
                <a:stretch>
                  <a:fillRect/>
                </a:stretch>
              </p:blipFill>
              <p:spPr>
                <a:xfrm>
                  <a:off x="5717672" y="2047843"/>
                  <a:ext cx="1450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1" name="Ink 40">
                  <a:extLst>
                    <a:ext uri="{FF2B5EF4-FFF2-40B4-BE49-F238E27FC236}">
                      <a16:creationId xmlns:a16="http://schemas.microsoft.com/office/drawing/2014/main" id="{F80EF23F-98BD-E7F6-4FBA-05F4D858A45C}"/>
                    </a:ext>
                  </a:extLst>
                </p14:cNvPr>
                <p14:cNvContentPartPr/>
                <p14:nvPr/>
              </p14:nvContentPartPr>
              <p14:xfrm>
                <a:off x="5963552" y="2203723"/>
                <a:ext cx="7920" cy="16920"/>
              </p14:xfrm>
            </p:contentPart>
          </mc:Choice>
          <mc:Fallback xmlns="">
            <p:pic>
              <p:nvPicPr>
                <p:cNvPr id="41" name="Ink 40">
                  <a:extLst>
                    <a:ext uri="{FF2B5EF4-FFF2-40B4-BE49-F238E27FC236}">
                      <a16:creationId xmlns:a16="http://schemas.microsoft.com/office/drawing/2014/main" id="{F80EF23F-98BD-E7F6-4FBA-05F4D858A45C}"/>
                    </a:ext>
                  </a:extLst>
                </p:cNvPr>
                <p:cNvPicPr/>
                <p:nvPr/>
              </p:nvPicPr>
              <p:blipFill>
                <a:blip r:embed="rId50"/>
                <a:stretch>
                  <a:fillRect/>
                </a:stretch>
              </p:blipFill>
              <p:spPr>
                <a:xfrm>
                  <a:off x="5957432" y="2197603"/>
                  <a:ext cx="201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2" name="Ink 41">
                  <a:extLst>
                    <a:ext uri="{FF2B5EF4-FFF2-40B4-BE49-F238E27FC236}">
                      <a16:creationId xmlns:a16="http://schemas.microsoft.com/office/drawing/2014/main" id="{EA5DDE48-E1FE-C996-4439-B56C7BEAF131}"/>
                    </a:ext>
                  </a:extLst>
                </p14:cNvPr>
                <p14:cNvContentPartPr/>
                <p14:nvPr/>
              </p14:nvContentPartPr>
              <p14:xfrm>
                <a:off x="6089552" y="2104723"/>
                <a:ext cx="115920" cy="187920"/>
              </p14:xfrm>
            </p:contentPart>
          </mc:Choice>
          <mc:Fallback xmlns="">
            <p:pic>
              <p:nvPicPr>
                <p:cNvPr id="42" name="Ink 41">
                  <a:extLst>
                    <a:ext uri="{FF2B5EF4-FFF2-40B4-BE49-F238E27FC236}">
                      <a16:creationId xmlns:a16="http://schemas.microsoft.com/office/drawing/2014/main" id="{EA5DDE48-E1FE-C996-4439-B56C7BEAF131}"/>
                    </a:ext>
                  </a:extLst>
                </p:cNvPr>
                <p:cNvPicPr/>
                <p:nvPr/>
              </p:nvPicPr>
              <p:blipFill>
                <a:blip r:embed="rId52"/>
                <a:stretch>
                  <a:fillRect/>
                </a:stretch>
              </p:blipFill>
              <p:spPr>
                <a:xfrm>
                  <a:off x="6083432" y="2098603"/>
                  <a:ext cx="12816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3" name="Ink 42">
                  <a:extLst>
                    <a:ext uri="{FF2B5EF4-FFF2-40B4-BE49-F238E27FC236}">
                      <a16:creationId xmlns:a16="http://schemas.microsoft.com/office/drawing/2014/main" id="{B1F7457A-CA17-EC43-8758-EEB2F0615883}"/>
                    </a:ext>
                  </a:extLst>
                </p14:cNvPr>
                <p14:cNvContentPartPr/>
                <p14:nvPr/>
              </p14:nvContentPartPr>
              <p14:xfrm>
                <a:off x="6298352" y="2086363"/>
                <a:ext cx="109080" cy="151560"/>
              </p14:xfrm>
            </p:contentPart>
          </mc:Choice>
          <mc:Fallback xmlns="">
            <p:pic>
              <p:nvPicPr>
                <p:cNvPr id="43" name="Ink 42">
                  <a:extLst>
                    <a:ext uri="{FF2B5EF4-FFF2-40B4-BE49-F238E27FC236}">
                      <a16:creationId xmlns:a16="http://schemas.microsoft.com/office/drawing/2014/main" id="{B1F7457A-CA17-EC43-8758-EEB2F0615883}"/>
                    </a:ext>
                  </a:extLst>
                </p:cNvPr>
                <p:cNvPicPr/>
                <p:nvPr/>
              </p:nvPicPr>
              <p:blipFill>
                <a:blip r:embed="rId54"/>
                <a:stretch>
                  <a:fillRect/>
                </a:stretch>
              </p:blipFill>
              <p:spPr>
                <a:xfrm>
                  <a:off x="6292232" y="2080243"/>
                  <a:ext cx="1213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4" name="Ink 43">
                  <a:extLst>
                    <a:ext uri="{FF2B5EF4-FFF2-40B4-BE49-F238E27FC236}">
                      <a16:creationId xmlns:a16="http://schemas.microsoft.com/office/drawing/2014/main" id="{4EEC5242-CB49-66CF-8E41-4BB13E47945B}"/>
                    </a:ext>
                  </a:extLst>
                </p14:cNvPr>
                <p14:cNvContentPartPr/>
                <p14:nvPr/>
              </p14:nvContentPartPr>
              <p14:xfrm>
                <a:off x="6368192" y="2152603"/>
                <a:ext cx="26280" cy="147600"/>
              </p14:xfrm>
            </p:contentPart>
          </mc:Choice>
          <mc:Fallback xmlns="">
            <p:pic>
              <p:nvPicPr>
                <p:cNvPr id="44" name="Ink 43">
                  <a:extLst>
                    <a:ext uri="{FF2B5EF4-FFF2-40B4-BE49-F238E27FC236}">
                      <a16:creationId xmlns:a16="http://schemas.microsoft.com/office/drawing/2014/main" id="{4EEC5242-CB49-66CF-8E41-4BB13E47945B}"/>
                    </a:ext>
                  </a:extLst>
                </p:cNvPr>
                <p:cNvPicPr/>
                <p:nvPr/>
              </p:nvPicPr>
              <p:blipFill>
                <a:blip r:embed="rId56"/>
                <a:stretch>
                  <a:fillRect/>
                </a:stretch>
              </p:blipFill>
              <p:spPr>
                <a:xfrm>
                  <a:off x="6362072" y="2146483"/>
                  <a:ext cx="385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6" name="Ink 45">
                  <a:extLst>
                    <a:ext uri="{FF2B5EF4-FFF2-40B4-BE49-F238E27FC236}">
                      <a16:creationId xmlns:a16="http://schemas.microsoft.com/office/drawing/2014/main" id="{C83B5C5D-479D-7485-C296-9E556C58DAA2}"/>
                    </a:ext>
                  </a:extLst>
                </p14:cNvPr>
                <p14:cNvContentPartPr/>
                <p14:nvPr/>
              </p14:nvContentPartPr>
              <p14:xfrm>
                <a:off x="5943752" y="2228203"/>
                <a:ext cx="11160" cy="15120"/>
              </p14:xfrm>
            </p:contentPart>
          </mc:Choice>
          <mc:Fallback xmlns="">
            <p:pic>
              <p:nvPicPr>
                <p:cNvPr id="46" name="Ink 45">
                  <a:extLst>
                    <a:ext uri="{FF2B5EF4-FFF2-40B4-BE49-F238E27FC236}">
                      <a16:creationId xmlns:a16="http://schemas.microsoft.com/office/drawing/2014/main" id="{C83B5C5D-479D-7485-C296-9E556C58DAA2}"/>
                    </a:ext>
                  </a:extLst>
                </p:cNvPr>
                <p:cNvPicPr/>
                <p:nvPr/>
              </p:nvPicPr>
              <p:blipFill>
                <a:blip r:embed="rId58"/>
                <a:stretch>
                  <a:fillRect/>
                </a:stretch>
              </p:blipFill>
              <p:spPr>
                <a:xfrm>
                  <a:off x="5937632" y="2222083"/>
                  <a:ext cx="234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8" name="Ink 47">
                  <a:extLst>
                    <a:ext uri="{FF2B5EF4-FFF2-40B4-BE49-F238E27FC236}">
                      <a16:creationId xmlns:a16="http://schemas.microsoft.com/office/drawing/2014/main" id="{5DFC950B-F8B4-6721-B95D-455DD4C03DBD}"/>
                    </a:ext>
                  </a:extLst>
                </p14:cNvPr>
                <p14:cNvContentPartPr/>
                <p14:nvPr/>
              </p14:nvContentPartPr>
              <p14:xfrm>
                <a:off x="6528392" y="2068363"/>
                <a:ext cx="107640" cy="210960"/>
              </p14:xfrm>
            </p:contentPart>
          </mc:Choice>
          <mc:Fallback xmlns="">
            <p:pic>
              <p:nvPicPr>
                <p:cNvPr id="48" name="Ink 47">
                  <a:extLst>
                    <a:ext uri="{FF2B5EF4-FFF2-40B4-BE49-F238E27FC236}">
                      <a16:creationId xmlns:a16="http://schemas.microsoft.com/office/drawing/2014/main" id="{5DFC950B-F8B4-6721-B95D-455DD4C03DBD}"/>
                    </a:ext>
                  </a:extLst>
                </p:cNvPr>
                <p:cNvPicPr/>
                <p:nvPr/>
              </p:nvPicPr>
              <p:blipFill>
                <a:blip r:embed="rId60"/>
                <a:stretch>
                  <a:fillRect/>
                </a:stretch>
              </p:blipFill>
              <p:spPr>
                <a:xfrm>
                  <a:off x="6522272" y="2062243"/>
                  <a:ext cx="11988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9" name="Ink 48">
                  <a:extLst>
                    <a:ext uri="{FF2B5EF4-FFF2-40B4-BE49-F238E27FC236}">
                      <a16:creationId xmlns:a16="http://schemas.microsoft.com/office/drawing/2014/main" id="{077A630A-3115-0D11-0F4A-D3CD872C0847}"/>
                    </a:ext>
                  </a:extLst>
                </p14:cNvPr>
                <p14:cNvContentPartPr/>
                <p14:nvPr/>
              </p14:nvContentPartPr>
              <p14:xfrm>
                <a:off x="6733232" y="2027683"/>
                <a:ext cx="132840" cy="287640"/>
              </p14:xfrm>
            </p:contentPart>
          </mc:Choice>
          <mc:Fallback xmlns="">
            <p:pic>
              <p:nvPicPr>
                <p:cNvPr id="49" name="Ink 48">
                  <a:extLst>
                    <a:ext uri="{FF2B5EF4-FFF2-40B4-BE49-F238E27FC236}">
                      <a16:creationId xmlns:a16="http://schemas.microsoft.com/office/drawing/2014/main" id="{077A630A-3115-0D11-0F4A-D3CD872C0847}"/>
                    </a:ext>
                  </a:extLst>
                </p:cNvPr>
                <p:cNvPicPr/>
                <p:nvPr/>
              </p:nvPicPr>
              <p:blipFill>
                <a:blip r:embed="rId62"/>
                <a:stretch>
                  <a:fillRect/>
                </a:stretch>
              </p:blipFill>
              <p:spPr>
                <a:xfrm>
                  <a:off x="6727112" y="2021563"/>
                  <a:ext cx="14508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0" name="Ink 49">
                  <a:extLst>
                    <a:ext uri="{FF2B5EF4-FFF2-40B4-BE49-F238E27FC236}">
                      <a16:creationId xmlns:a16="http://schemas.microsoft.com/office/drawing/2014/main" id="{FCF8A008-E96C-9CC4-03CA-752F229BECC5}"/>
                    </a:ext>
                  </a:extLst>
                </p14:cNvPr>
                <p14:cNvContentPartPr/>
                <p14:nvPr/>
              </p14:nvContentPartPr>
              <p14:xfrm>
                <a:off x="6908912" y="2125603"/>
                <a:ext cx="180720" cy="81360"/>
              </p14:xfrm>
            </p:contentPart>
          </mc:Choice>
          <mc:Fallback xmlns="">
            <p:pic>
              <p:nvPicPr>
                <p:cNvPr id="50" name="Ink 49">
                  <a:extLst>
                    <a:ext uri="{FF2B5EF4-FFF2-40B4-BE49-F238E27FC236}">
                      <a16:creationId xmlns:a16="http://schemas.microsoft.com/office/drawing/2014/main" id="{FCF8A008-E96C-9CC4-03CA-752F229BECC5}"/>
                    </a:ext>
                  </a:extLst>
                </p:cNvPr>
                <p:cNvPicPr/>
                <p:nvPr/>
              </p:nvPicPr>
              <p:blipFill>
                <a:blip r:embed="rId64"/>
                <a:stretch>
                  <a:fillRect/>
                </a:stretch>
              </p:blipFill>
              <p:spPr>
                <a:xfrm>
                  <a:off x="6902792" y="2119483"/>
                  <a:ext cx="19296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1" name="Ink 50">
                  <a:extLst>
                    <a:ext uri="{FF2B5EF4-FFF2-40B4-BE49-F238E27FC236}">
                      <a16:creationId xmlns:a16="http://schemas.microsoft.com/office/drawing/2014/main" id="{6DDCAA34-BDA6-1949-0D7D-A7CEC09FC0E2}"/>
                    </a:ext>
                  </a:extLst>
                </p14:cNvPr>
                <p14:cNvContentPartPr/>
                <p14:nvPr/>
              </p14:nvContentPartPr>
              <p14:xfrm>
                <a:off x="7180352" y="2098963"/>
                <a:ext cx="83160" cy="168840"/>
              </p14:xfrm>
            </p:contentPart>
          </mc:Choice>
          <mc:Fallback xmlns="">
            <p:pic>
              <p:nvPicPr>
                <p:cNvPr id="51" name="Ink 50">
                  <a:extLst>
                    <a:ext uri="{FF2B5EF4-FFF2-40B4-BE49-F238E27FC236}">
                      <a16:creationId xmlns:a16="http://schemas.microsoft.com/office/drawing/2014/main" id="{6DDCAA34-BDA6-1949-0D7D-A7CEC09FC0E2}"/>
                    </a:ext>
                  </a:extLst>
                </p:cNvPr>
                <p:cNvPicPr/>
                <p:nvPr/>
              </p:nvPicPr>
              <p:blipFill>
                <a:blip r:embed="rId66"/>
                <a:stretch>
                  <a:fillRect/>
                </a:stretch>
              </p:blipFill>
              <p:spPr>
                <a:xfrm>
                  <a:off x="7174232" y="2092843"/>
                  <a:ext cx="9540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2" name="Ink 51">
                  <a:extLst>
                    <a:ext uri="{FF2B5EF4-FFF2-40B4-BE49-F238E27FC236}">
                      <a16:creationId xmlns:a16="http://schemas.microsoft.com/office/drawing/2014/main" id="{46471180-D1B4-8DA5-17F6-B280A97DBF5F}"/>
                    </a:ext>
                  </a:extLst>
                </p14:cNvPr>
                <p14:cNvContentPartPr/>
                <p14:nvPr/>
              </p14:nvContentPartPr>
              <p14:xfrm>
                <a:off x="7362512" y="2119843"/>
                <a:ext cx="360" cy="360"/>
              </p14:xfrm>
            </p:contentPart>
          </mc:Choice>
          <mc:Fallback xmlns="">
            <p:pic>
              <p:nvPicPr>
                <p:cNvPr id="52" name="Ink 51">
                  <a:extLst>
                    <a:ext uri="{FF2B5EF4-FFF2-40B4-BE49-F238E27FC236}">
                      <a16:creationId xmlns:a16="http://schemas.microsoft.com/office/drawing/2014/main" id="{46471180-D1B4-8DA5-17F6-B280A97DBF5F}"/>
                    </a:ext>
                  </a:extLst>
                </p:cNvPr>
                <p:cNvPicPr/>
                <p:nvPr/>
              </p:nvPicPr>
              <p:blipFill>
                <a:blip r:embed="rId28"/>
                <a:stretch>
                  <a:fillRect/>
                </a:stretch>
              </p:blipFill>
              <p:spPr>
                <a:xfrm>
                  <a:off x="7356392" y="211372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3" name="Ink 52">
                  <a:extLst>
                    <a:ext uri="{FF2B5EF4-FFF2-40B4-BE49-F238E27FC236}">
                      <a16:creationId xmlns:a16="http://schemas.microsoft.com/office/drawing/2014/main" id="{E07A0454-E3BC-BE7C-DE9C-2AEC41C8A271}"/>
                    </a:ext>
                  </a:extLst>
                </p14:cNvPr>
                <p14:cNvContentPartPr/>
                <p14:nvPr/>
              </p14:nvContentPartPr>
              <p14:xfrm>
                <a:off x="7348832" y="2083123"/>
                <a:ext cx="143640" cy="243000"/>
              </p14:xfrm>
            </p:contentPart>
          </mc:Choice>
          <mc:Fallback xmlns="">
            <p:pic>
              <p:nvPicPr>
                <p:cNvPr id="53" name="Ink 52">
                  <a:extLst>
                    <a:ext uri="{FF2B5EF4-FFF2-40B4-BE49-F238E27FC236}">
                      <a16:creationId xmlns:a16="http://schemas.microsoft.com/office/drawing/2014/main" id="{E07A0454-E3BC-BE7C-DE9C-2AEC41C8A271}"/>
                    </a:ext>
                  </a:extLst>
                </p:cNvPr>
                <p:cNvPicPr/>
                <p:nvPr/>
              </p:nvPicPr>
              <p:blipFill>
                <a:blip r:embed="rId69"/>
                <a:stretch>
                  <a:fillRect/>
                </a:stretch>
              </p:blipFill>
              <p:spPr>
                <a:xfrm>
                  <a:off x="7342712" y="2077003"/>
                  <a:ext cx="155880" cy="255240"/>
                </a:xfrm>
                <a:prstGeom prst="rect">
                  <a:avLst/>
                </a:prstGeom>
              </p:spPr>
            </p:pic>
          </mc:Fallback>
        </mc:AlternateContent>
      </p:grpSp>
      <p:grpSp>
        <p:nvGrpSpPr>
          <p:cNvPr id="60" name="Group 59">
            <a:extLst>
              <a:ext uri="{FF2B5EF4-FFF2-40B4-BE49-F238E27FC236}">
                <a16:creationId xmlns:a16="http://schemas.microsoft.com/office/drawing/2014/main" id="{AED39D1F-C23E-0D01-B377-CEEC911A3EF1}"/>
              </a:ext>
            </a:extLst>
          </p:cNvPr>
          <p:cNvGrpSpPr/>
          <p:nvPr/>
        </p:nvGrpSpPr>
        <p:grpSpPr>
          <a:xfrm>
            <a:off x="6241472" y="5515363"/>
            <a:ext cx="79560" cy="272880"/>
            <a:chOff x="6241472" y="5515363"/>
            <a:chExt cx="79560" cy="272880"/>
          </a:xfrm>
        </p:grpSpPr>
        <mc:AlternateContent xmlns:mc="http://schemas.openxmlformats.org/markup-compatibility/2006" xmlns:p14="http://schemas.microsoft.com/office/powerpoint/2010/main">
          <mc:Choice Requires="p14">
            <p:contentPart p14:bwMode="auto" r:id="rId70">
              <p14:nvContentPartPr>
                <p14:cNvPr id="55" name="Ink 54">
                  <a:extLst>
                    <a:ext uri="{FF2B5EF4-FFF2-40B4-BE49-F238E27FC236}">
                      <a16:creationId xmlns:a16="http://schemas.microsoft.com/office/drawing/2014/main" id="{935314B6-F06A-8015-22DF-03E814496E2E}"/>
                    </a:ext>
                  </a:extLst>
                </p14:cNvPr>
                <p14:cNvContentPartPr/>
                <p14:nvPr/>
              </p14:nvContentPartPr>
              <p14:xfrm>
                <a:off x="6241472" y="5516803"/>
                <a:ext cx="79560" cy="214200"/>
              </p14:xfrm>
            </p:contentPart>
          </mc:Choice>
          <mc:Fallback xmlns="">
            <p:pic>
              <p:nvPicPr>
                <p:cNvPr id="55" name="Ink 54">
                  <a:extLst>
                    <a:ext uri="{FF2B5EF4-FFF2-40B4-BE49-F238E27FC236}">
                      <a16:creationId xmlns:a16="http://schemas.microsoft.com/office/drawing/2014/main" id="{935314B6-F06A-8015-22DF-03E814496E2E}"/>
                    </a:ext>
                  </a:extLst>
                </p:cNvPr>
                <p:cNvPicPr/>
                <p:nvPr/>
              </p:nvPicPr>
              <p:blipFill>
                <a:blip r:embed="rId71"/>
                <a:stretch>
                  <a:fillRect/>
                </a:stretch>
              </p:blipFill>
              <p:spPr>
                <a:xfrm>
                  <a:off x="6235352" y="5510683"/>
                  <a:ext cx="918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6" name="Ink 55">
                  <a:extLst>
                    <a:ext uri="{FF2B5EF4-FFF2-40B4-BE49-F238E27FC236}">
                      <a16:creationId xmlns:a16="http://schemas.microsoft.com/office/drawing/2014/main" id="{C00FF042-9745-4C2B-90ED-85733D967121}"/>
                    </a:ext>
                  </a:extLst>
                </p14:cNvPr>
                <p14:cNvContentPartPr/>
                <p14:nvPr/>
              </p14:nvContentPartPr>
              <p14:xfrm>
                <a:off x="6255512" y="5515363"/>
                <a:ext cx="39600" cy="272880"/>
              </p14:xfrm>
            </p:contentPart>
          </mc:Choice>
          <mc:Fallback xmlns="">
            <p:pic>
              <p:nvPicPr>
                <p:cNvPr id="56" name="Ink 55">
                  <a:extLst>
                    <a:ext uri="{FF2B5EF4-FFF2-40B4-BE49-F238E27FC236}">
                      <a16:creationId xmlns:a16="http://schemas.microsoft.com/office/drawing/2014/main" id="{C00FF042-9745-4C2B-90ED-85733D967121}"/>
                    </a:ext>
                  </a:extLst>
                </p:cNvPr>
                <p:cNvPicPr/>
                <p:nvPr/>
              </p:nvPicPr>
              <p:blipFill>
                <a:blip r:embed="rId73"/>
                <a:stretch>
                  <a:fillRect/>
                </a:stretch>
              </p:blipFill>
              <p:spPr>
                <a:xfrm>
                  <a:off x="6249392" y="5509243"/>
                  <a:ext cx="51840" cy="285120"/>
                </a:xfrm>
                <a:prstGeom prst="rect">
                  <a:avLst/>
                </a:prstGeom>
              </p:spPr>
            </p:pic>
          </mc:Fallback>
        </mc:AlternateContent>
      </p:grpSp>
      <p:grpSp>
        <p:nvGrpSpPr>
          <p:cNvPr id="59" name="Group 58">
            <a:extLst>
              <a:ext uri="{FF2B5EF4-FFF2-40B4-BE49-F238E27FC236}">
                <a16:creationId xmlns:a16="http://schemas.microsoft.com/office/drawing/2014/main" id="{17E85177-2D27-B8CD-B723-5960719AC5FB}"/>
              </a:ext>
            </a:extLst>
          </p:cNvPr>
          <p:cNvGrpSpPr/>
          <p:nvPr/>
        </p:nvGrpSpPr>
        <p:grpSpPr>
          <a:xfrm>
            <a:off x="9344312" y="5462803"/>
            <a:ext cx="46800" cy="410400"/>
            <a:chOff x="9344312" y="5462803"/>
            <a:chExt cx="46800" cy="410400"/>
          </a:xfrm>
        </p:grpSpPr>
        <mc:AlternateContent xmlns:mc="http://schemas.openxmlformats.org/markup-compatibility/2006" xmlns:p14="http://schemas.microsoft.com/office/powerpoint/2010/main">
          <mc:Choice Requires="p14">
            <p:contentPart p14:bwMode="auto" r:id="rId74">
              <p14:nvContentPartPr>
                <p14:cNvPr id="57" name="Ink 56">
                  <a:extLst>
                    <a:ext uri="{FF2B5EF4-FFF2-40B4-BE49-F238E27FC236}">
                      <a16:creationId xmlns:a16="http://schemas.microsoft.com/office/drawing/2014/main" id="{46A20EB0-1E7D-30A8-BB9A-3E9AB7980B13}"/>
                    </a:ext>
                  </a:extLst>
                </p14:cNvPr>
                <p14:cNvContentPartPr/>
                <p14:nvPr/>
              </p14:nvContentPartPr>
              <p14:xfrm>
                <a:off x="9344312" y="5462803"/>
                <a:ext cx="46440" cy="279360"/>
              </p14:xfrm>
            </p:contentPart>
          </mc:Choice>
          <mc:Fallback xmlns="">
            <p:pic>
              <p:nvPicPr>
                <p:cNvPr id="57" name="Ink 56">
                  <a:extLst>
                    <a:ext uri="{FF2B5EF4-FFF2-40B4-BE49-F238E27FC236}">
                      <a16:creationId xmlns:a16="http://schemas.microsoft.com/office/drawing/2014/main" id="{46A20EB0-1E7D-30A8-BB9A-3E9AB7980B13}"/>
                    </a:ext>
                  </a:extLst>
                </p:cNvPr>
                <p:cNvPicPr/>
                <p:nvPr/>
              </p:nvPicPr>
              <p:blipFill>
                <a:blip r:embed="rId75"/>
                <a:stretch>
                  <a:fillRect/>
                </a:stretch>
              </p:blipFill>
              <p:spPr>
                <a:xfrm>
                  <a:off x="9338192" y="5456683"/>
                  <a:ext cx="5868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8" name="Ink 57">
                  <a:extLst>
                    <a:ext uri="{FF2B5EF4-FFF2-40B4-BE49-F238E27FC236}">
                      <a16:creationId xmlns:a16="http://schemas.microsoft.com/office/drawing/2014/main" id="{E70D4E8E-9B5A-1179-4FC1-979CCCEBCB88}"/>
                    </a:ext>
                  </a:extLst>
                </p14:cNvPr>
                <p14:cNvContentPartPr/>
                <p14:nvPr/>
              </p14:nvContentPartPr>
              <p14:xfrm>
                <a:off x="9348272" y="5529763"/>
                <a:ext cx="42840" cy="343440"/>
              </p14:xfrm>
            </p:contentPart>
          </mc:Choice>
          <mc:Fallback xmlns="">
            <p:pic>
              <p:nvPicPr>
                <p:cNvPr id="58" name="Ink 57">
                  <a:extLst>
                    <a:ext uri="{FF2B5EF4-FFF2-40B4-BE49-F238E27FC236}">
                      <a16:creationId xmlns:a16="http://schemas.microsoft.com/office/drawing/2014/main" id="{E70D4E8E-9B5A-1179-4FC1-979CCCEBCB88}"/>
                    </a:ext>
                  </a:extLst>
                </p:cNvPr>
                <p:cNvPicPr/>
                <p:nvPr/>
              </p:nvPicPr>
              <p:blipFill>
                <a:blip r:embed="rId77"/>
                <a:stretch>
                  <a:fillRect/>
                </a:stretch>
              </p:blipFill>
              <p:spPr>
                <a:xfrm>
                  <a:off x="9342152" y="5523643"/>
                  <a:ext cx="55080" cy="355680"/>
                </a:xfrm>
                <a:prstGeom prst="rect">
                  <a:avLst/>
                </a:prstGeom>
              </p:spPr>
            </p:pic>
          </mc:Fallback>
        </mc:AlternateContent>
      </p:grpSp>
      <p:sp>
        <p:nvSpPr>
          <p:cNvPr id="61" name="TextBox 60">
            <a:extLst>
              <a:ext uri="{FF2B5EF4-FFF2-40B4-BE49-F238E27FC236}">
                <a16:creationId xmlns:a16="http://schemas.microsoft.com/office/drawing/2014/main" id="{862FF71C-A249-7388-6C7C-EE1D3F088B81}"/>
              </a:ext>
            </a:extLst>
          </p:cNvPr>
          <p:cNvSpPr txBox="1"/>
          <p:nvPr/>
        </p:nvSpPr>
        <p:spPr>
          <a:xfrm>
            <a:off x="584414" y="6279684"/>
            <a:ext cx="10718676" cy="369332"/>
          </a:xfrm>
          <a:prstGeom prst="rect">
            <a:avLst/>
          </a:prstGeom>
          <a:noFill/>
        </p:spPr>
        <p:txBody>
          <a:bodyPr wrap="square" rtlCol="0">
            <a:spAutoFit/>
          </a:bodyPr>
          <a:lstStyle/>
          <a:p>
            <a:pPr algn="ctr"/>
            <a:r>
              <a:rPr lang="en-GB" dirty="0">
                <a:solidFill>
                  <a:srgbClr val="0070C0"/>
                </a:solidFill>
              </a:rPr>
              <a:t>Higher Shannon indexes mean more diverse/rich and more balanced/even.</a:t>
            </a:r>
          </a:p>
        </p:txBody>
      </p:sp>
    </p:spTree>
    <p:extLst>
      <p:ext uri="{BB962C8B-B14F-4D97-AF65-F5344CB8AC3E}">
        <p14:creationId xmlns:p14="http://schemas.microsoft.com/office/powerpoint/2010/main" val="1654388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D18F4C-52C1-8E7D-ECD7-639E4CA1B891}"/>
              </a:ext>
            </a:extLst>
          </p:cNvPr>
          <p:cNvSpPr txBox="1"/>
          <p:nvPr/>
        </p:nvSpPr>
        <p:spPr>
          <a:xfrm>
            <a:off x="373811" y="254804"/>
            <a:ext cx="11444377" cy="400110"/>
          </a:xfrm>
          <a:prstGeom prst="rect">
            <a:avLst/>
          </a:prstGeom>
          <a:noFill/>
        </p:spPr>
        <p:txBody>
          <a:bodyPr wrap="square">
            <a:spAutoFit/>
          </a:bodyPr>
          <a:lstStyle/>
          <a:p>
            <a:pPr algn="ctr"/>
            <a:r>
              <a:rPr lang="en-GB" sz="2000" b="1" dirty="0">
                <a:effectLst/>
                <a:latin typeface="Aptos" panose="020B0004020202020204" pitchFamily="34" charset="0"/>
                <a:ea typeface="Aptos" panose="020B0004020202020204" pitchFamily="34" charset="0"/>
                <a:cs typeface="Times New Roman" panose="02020603050405020304" pitchFamily="18" charset="0"/>
              </a:rPr>
              <a:t>PERMANOVA test: </a:t>
            </a:r>
            <a:r>
              <a:rPr lang="en-GB" sz="2000" dirty="0"/>
              <a:t>Permutational Multivariate Analysis of Variance</a:t>
            </a:r>
            <a:endParaRPr lang="en-GB" sz="2000" b="1" dirty="0"/>
          </a:p>
        </p:txBody>
      </p:sp>
      <p:pic>
        <p:nvPicPr>
          <p:cNvPr id="3" name="Picture 2">
            <a:extLst>
              <a:ext uri="{FF2B5EF4-FFF2-40B4-BE49-F238E27FC236}">
                <a16:creationId xmlns:a16="http://schemas.microsoft.com/office/drawing/2014/main" id="{21FF0E6C-F6D2-868D-18D3-C1DD8AE56322}"/>
              </a:ext>
            </a:extLst>
          </p:cNvPr>
          <p:cNvPicPr>
            <a:picLocks noChangeAspect="1"/>
          </p:cNvPicPr>
          <p:nvPr/>
        </p:nvPicPr>
        <p:blipFill>
          <a:blip r:embed="rId2"/>
          <a:stretch>
            <a:fillRect/>
          </a:stretch>
        </p:blipFill>
        <p:spPr>
          <a:xfrm>
            <a:off x="663305" y="1434175"/>
            <a:ext cx="10711567" cy="1284585"/>
          </a:xfrm>
          <a:prstGeom prst="rect">
            <a:avLst/>
          </a:prstGeom>
        </p:spPr>
      </p:pic>
      <p:sp>
        <p:nvSpPr>
          <p:cNvPr id="5" name="TextBox 4">
            <a:extLst>
              <a:ext uri="{FF2B5EF4-FFF2-40B4-BE49-F238E27FC236}">
                <a16:creationId xmlns:a16="http://schemas.microsoft.com/office/drawing/2014/main" id="{B0C567C3-F2AD-0E94-A92A-32D843254913}"/>
              </a:ext>
            </a:extLst>
          </p:cNvPr>
          <p:cNvSpPr txBox="1"/>
          <p:nvPr/>
        </p:nvSpPr>
        <p:spPr>
          <a:xfrm>
            <a:off x="1265209" y="3145614"/>
            <a:ext cx="9862868" cy="1754326"/>
          </a:xfrm>
          <a:prstGeom prst="rect">
            <a:avLst/>
          </a:prstGeom>
          <a:noFill/>
        </p:spPr>
        <p:txBody>
          <a:bodyPr wrap="square">
            <a:spAutoFit/>
          </a:bodyPr>
          <a:lstStyle/>
          <a:p>
            <a:r>
              <a:rPr lang="en-GB" b="0" i="0" dirty="0">
                <a:effectLst/>
                <a:latin typeface="fkGroteskNeue"/>
              </a:rPr>
              <a:t>PERMANOVA is used to determine if the overall composition of complex ecological or microbiome communities is statistically distinct between groups, using robust, non-parametric permutation testing of a chosen distance metric.</a:t>
            </a:r>
          </a:p>
          <a:p>
            <a:endParaRPr lang="en-GB" dirty="0">
              <a:latin typeface="fkGroteskNeue"/>
            </a:endParaRPr>
          </a:p>
          <a:p>
            <a:r>
              <a:rPr lang="en-GB" b="0" i="0" dirty="0">
                <a:effectLst/>
                <a:latin typeface="fkGroteskNeue"/>
              </a:rPr>
              <a:t>Tissue = source of sample, i.e. soil, wood, or bark.</a:t>
            </a:r>
          </a:p>
          <a:p>
            <a:r>
              <a:rPr lang="en-GB" dirty="0">
                <a:latin typeface="fkGroteskNeue"/>
              </a:rPr>
              <a:t>Tree species = Alnus or Betula</a:t>
            </a:r>
            <a:endParaRPr lang="en-GB" b="0" i="0" dirty="0">
              <a:effectLst/>
              <a:latin typeface="fkGroteskNeue"/>
            </a:endParaRPr>
          </a:p>
        </p:txBody>
      </p:sp>
    </p:spTree>
    <p:extLst>
      <p:ext uri="{BB962C8B-B14F-4D97-AF65-F5344CB8AC3E}">
        <p14:creationId xmlns:p14="http://schemas.microsoft.com/office/powerpoint/2010/main" val="3901522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389</TotalTime>
  <Words>446</Words>
  <Application>Microsoft Office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fkGroteskNeue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Pratima Chennuri</dc:creator>
  <cp:lastModifiedBy>Pratima Chennuri</cp:lastModifiedBy>
  <cp:revision>23</cp:revision>
  <dcterms:created xsi:type="dcterms:W3CDTF">2025-11-02T16:16:56Z</dcterms:created>
  <dcterms:modified xsi:type="dcterms:W3CDTF">2025-11-03T16:01:02Z</dcterms:modified>
</cp:coreProperties>
</file>